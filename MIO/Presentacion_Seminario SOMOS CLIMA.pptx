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61" r:id="rId3"/>
    <p:sldId id="274" r:id="rId4"/>
    <p:sldId id="306" r:id="rId5"/>
    <p:sldId id="307" r:id="rId6"/>
    <p:sldId id="277" r:id="rId7"/>
    <p:sldId id="276" r:id="rId8"/>
    <p:sldId id="280" r:id="rId9"/>
    <p:sldId id="279" r:id="rId10"/>
    <p:sldId id="278" r:id="rId11"/>
    <p:sldId id="281" r:id="rId12"/>
    <p:sldId id="303" r:id="rId13"/>
    <p:sldId id="282" r:id="rId14"/>
    <p:sldId id="285" r:id="rId15"/>
    <p:sldId id="296" r:id="rId16"/>
    <p:sldId id="297" r:id="rId17"/>
    <p:sldId id="295" r:id="rId18"/>
    <p:sldId id="292" r:id="rId19"/>
    <p:sldId id="283" r:id="rId20"/>
    <p:sldId id="284" r:id="rId21"/>
    <p:sldId id="290" r:id="rId22"/>
    <p:sldId id="289" r:id="rId23"/>
    <p:sldId id="301" r:id="rId24"/>
    <p:sldId id="300" r:id="rId25"/>
    <p:sldId id="302" r:id="rId26"/>
    <p:sldId id="288" r:id="rId27"/>
    <p:sldId id="286" r:id="rId28"/>
    <p:sldId id="293" r:id="rId29"/>
    <p:sldId id="259" r:id="rId3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30F0EE2-311B-CD81-9876-8F85B9DD95EC}" name="Usuario invitado" initials="Ui" userId="S::urn:spo:anon#68b8bebcd7d922ae17d7adfc961dca282194440a842c51e793c6cf34a94c98b9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257D"/>
    <a:srgbClr val="C9ABDE"/>
    <a:srgbClr val="BBDCF0"/>
    <a:srgbClr val="EFE995"/>
    <a:srgbClr val="DFD128"/>
    <a:srgbClr val="4884A7"/>
    <a:srgbClr val="A176BA"/>
    <a:srgbClr val="FFFFFF"/>
    <a:srgbClr val="05ADCC"/>
    <a:srgbClr val="DC71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44"/>
    <p:restoredTop sz="87836" autoAdjust="0"/>
  </p:normalViewPr>
  <p:slideViewPr>
    <p:cSldViewPr snapToGrid="0">
      <p:cViewPr varScale="1">
        <p:scale>
          <a:sx n="97" d="100"/>
          <a:sy n="97" d="100"/>
        </p:scale>
        <p:origin x="6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hleen Georjahna Salazar Serna" userId="ae11ef47-7b3f-4666-9f4d-d0225b013519" providerId="ADAL" clId="{5870F5A8-DC85-4796-98C2-B4F0B87EDDDE}"/>
    <pc:docChg chg="undo custSel addSld delSld modSld sldOrd">
      <pc:chgData name="Kathleen Georjahna Salazar Serna" userId="ae11ef47-7b3f-4666-9f4d-d0225b013519" providerId="ADAL" clId="{5870F5A8-DC85-4796-98C2-B4F0B87EDDDE}" dt="2025-10-01T19:03:43.811" v="3635" actId="313"/>
      <pc:docMkLst>
        <pc:docMk/>
      </pc:docMkLst>
      <pc:sldChg chg="addSp modSp">
        <pc:chgData name="Kathleen Georjahna Salazar Serna" userId="ae11ef47-7b3f-4666-9f4d-d0225b013519" providerId="ADAL" clId="{5870F5A8-DC85-4796-98C2-B4F0B87EDDDE}" dt="2025-10-01T02:42:59.861" v="960" actId="171"/>
        <pc:sldMkLst>
          <pc:docMk/>
          <pc:sldMk cId="426760346" sldId="261"/>
        </pc:sldMkLst>
        <pc:spChg chg="add mod ord">
          <ac:chgData name="Kathleen Georjahna Salazar Serna" userId="ae11ef47-7b3f-4666-9f4d-d0225b013519" providerId="ADAL" clId="{5870F5A8-DC85-4796-98C2-B4F0B87EDDDE}" dt="2025-10-01T02:42:59.861" v="960" actId="171"/>
          <ac:spMkLst>
            <pc:docMk/>
            <pc:sldMk cId="426760346" sldId="261"/>
            <ac:spMk id="2" creationId="{6F71E91F-8603-4D3C-8FD0-2E8944922BE8}"/>
          </ac:spMkLst>
        </pc:spChg>
        <pc:picChg chg="add mod">
          <ac:chgData name="Kathleen Georjahna Salazar Serna" userId="ae11ef47-7b3f-4666-9f4d-d0225b013519" providerId="ADAL" clId="{5870F5A8-DC85-4796-98C2-B4F0B87EDDDE}" dt="2025-10-01T02:42:48.585" v="957" actId="1076"/>
          <ac:picMkLst>
            <pc:docMk/>
            <pc:sldMk cId="426760346" sldId="261"/>
            <ac:picMk id="6" creationId="{49C73557-8359-4CF7-89BE-997899D172F7}"/>
          </ac:picMkLst>
        </pc:picChg>
      </pc:sldChg>
      <pc:sldChg chg="addSp delSp modSp">
        <pc:chgData name="Kathleen Georjahna Salazar Serna" userId="ae11ef47-7b3f-4666-9f4d-d0225b013519" providerId="ADAL" clId="{5870F5A8-DC85-4796-98C2-B4F0B87EDDDE}" dt="2025-10-01T11:29:32.724" v="3006" actId="6549"/>
        <pc:sldMkLst>
          <pc:docMk/>
          <pc:sldMk cId="364936092" sldId="274"/>
        </pc:sldMkLst>
        <pc:spChg chg="add mod">
          <ac:chgData name="Kathleen Georjahna Salazar Serna" userId="ae11ef47-7b3f-4666-9f4d-d0225b013519" providerId="ADAL" clId="{5870F5A8-DC85-4796-98C2-B4F0B87EDDDE}" dt="2025-10-01T11:29:32.724" v="3006" actId="6549"/>
          <ac:spMkLst>
            <pc:docMk/>
            <pc:sldMk cId="364936092" sldId="274"/>
            <ac:spMk id="11" creationId="{F117F9DB-357E-480E-886C-5597558DD60A}"/>
          </ac:spMkLst>
        </pc:spChg>
        <pc:spChg chg="del mod">
          <ac:chgData name="Kathleen Georjahna Salazar Serna" userId="ae11ef47-7b3f-4666-9f4d-d0225b013519" providerId="ADAL" clId="{5870F5A8-DC85-4796-98C2-B4F0B87EDDDE}" dt="2025-10-01T11:19:22.491" v="2760" actId="478"/>
          <ac:spMkLst>
            <pc:docMk/>
            <pc:sldMk cId="364936092" sldId="274"/>
            <ac:spMk id="14" creationId="{8AE20891-CECD-BA41-F663-13EA8E3E7C93}"/>
          </ac:spMkLst>
        </pc:spChg>
        <pc:spChg chg="mod">
          <ac:chgData name="Kathleen Georjahna Salazar Serna" userId="ae11ef47-7b3f-4666-9f4d-d0225b013519" providerId="ADAL" clId="{5870F5A8-DC85-4796-98C2-B4F0B87EDDDE}" dt="2025-10-01T11:19:35.829" v="2796" actId="1035"/>
          <ac:spMkLst>
            <pc:docMk/>
            <pc:sldMk cId="364936092" sldId="274"/>
            <ac:spMk id="15" creationId="{2A02C12A-BDF2-30B6-7A9F-9D361B1D39A8}"/>
          </ac:spMkLst>
        </pc:spChg>
        <pc:spChg chg="add del">
          <ac:chgData name="Kathleen Georjahna Salazar Serna" userId="ae11ef47-7b3f-4666-9f4d-d0225b013519" providerId="ADAL" clId="{5870F5A8-DC85-4796-98C2-B4F0B87EDDDE}" dt="2025-10-01T11:19:48.074" v="2799" actId="478"/>
          <ac:spMkLst>
            <pc:docMk/>
            <pc:sldMk cId="364936092" sldId="274"/>
            <ac:spMk id="16" creationId="{48889284-3B1F-37E8-4CA2-495B70291C44}"/>
          </ac:spMkLst>
        </pc:spChg>
        <pc:spChg chg="mod">
          <ac:chgData name="Kathleen Georjahna Salazar Serna" userId="ae11ef47-7b3f-4666-9f4d-d0225b013519" providerId="ADAL" clId="{5870F5A8-DC85-4796-98C2-B4F0B87EDDDE}" dt="2025-10-01T11:19:35.829" v="2796" actId="1035"/>
          <ac:spMkLst>
            <pc:docMk/>
            <pc:sldMk cId="364936092" sldId="274"/>
            <ac:spMk id="18" creationId="{797A5343-8AB9-EFDF-5070-5B5D0263D4E4}"/>
          </ac:spMkLst>
        </pc:spChg>
        <pc:spChg chg="mod">
          <ac:chgData name="Kathleen Georjahna Salazar Serna" userId="ae11ef47-7b3f-4666-9f4d-d0225b013519" providerId="ADAL" clId="{5870F5A8-DC85-4796-98C2-B4F0B87EDDDE}" dt="2025-10-01T11:21:24.695" v="2904" actId="1035"/>
          <ac:spMkLst>
            <pc:docMk/>
            <pc:sldMk cId="364936092" sldId="274"/>
            <ac:spMk id="19" creationId="{62066EB6-D989-C32F-92D5-970DA3A9D2A9}"/>
          </ac:spMkLst>
        </pc:spChg>
        <pc:spChg chg="add del">
          <ac:chgData name="Kathleen Georjahna Salazar Serna" userId="ae11ef47-7b3f-4666-9f4d-d0225b013519" providerId="ADAL" clId="{5870F5A8-DC85-4796-98C2-B4F0B87EDDDE}" dt="2025-10-01T11:19:50.840" v="2800" actId="478"/>
          <ac:spMkLst>
            <pc:docMk/>
            <pc:sldMk cId="364936092" sldId="274"/>
            <ac:spMk id="20" creationId="{9A08F81D-0C54-127B-00CA-936DA7DD4376}"/>
          </ac:spMkLst>
        </pc:spChg>
        <pc:picChg chg="add del">
          <ac:chgData name="Kathleen Georjahna Salazar Serna" userId="ae11ef47-7b3f-4666-9f4d-d0225b013519" providerId="ADAL" clId="{5870F5A8-DC85-4796-98C2-B4F0B87EDDDE}" dt="2025-10-01T11:19:44.346" v="2798" actId="478"/>
          <ac:picMkLst>
            <pc:docMk/>
            <pc:sldMk cId="364936092" sldId="274"/>
            <ac:picMk id="3" creationId="{75325DE4-9039-2567-39FF-952F84C105F1}"/>
          </ac:picMkLst>
        </pc:picChg>
      </pc:sldChg>
      <pc:sldChg chg="modSp">
        <pc:chgData name="Kathleen Georjahna Salazar Serna" userId="ae11ef47-7b3f-4666-9f4d-d0225b013519" providerId="ADAL" clId="{5870F5A8-DC85-4796-98C2-B4F0B87EDDDE}" dt="2025-09-29T13:56:05.281" v="84" actId="20577"/>
        <pc:sldMkLst>
          <pc:docMk/>
          <pc:sldMk cId="1755990823" sldId="276"/>
        </pc:sldMkLst>
        <pc:spChg chg="mod">
          <ac:chgData name="Kathleen Georjahna Salazar Serna" userId="ae11ef47-7b3f-4666-9f4d-d0225b013519" providerId="ADAL" clId="{5870F5A8-DC85-4796-98C2-B4F0B87EDDDE}" dt="2025-09-29T13:56:05.281" v="84" actId="20577"/>
          <ac:spMkLst>
            <pc:docMk/>
            <pc:sldMk cId="1755990823" sldId="276"/>
            <ac:spMk id="2" creationId="{20B505F4-244D-CFFC-7114-7E1BA3CB4E19}"/>
          </ac:spMkLst>
        </pc:spChg>
      </pc:sldChg>
      <pc:sldChg chg="modSp">
        <pc:chgData name="Kathleen Georjahna Salazar Serna" userId="ae11ef47-7b3f-4666-9f4d-d0225b013519" providerId="ADAL" clId="{5870F5A8-DC85-4796-98C2-B4F0B87EDDDE}" dt="2025-09-29T20:52:26.035" v="177" actId="20577"/>
        <pc:sldMkLst>
          <pc:docMk/>
          <pc:sldMk cId="3537659062" sldId="278"/>
        </pc:sldMkLst>
        <pc:spChg chg="mod">
          <ac:chgData name="Kathleen Georjahna Salazar Serna" userId="ae11ef47-7b3f-4666-9f4d-d0225b013519" providerId="ADAL" clId="{5870F5A8-DC85-4796-98C2-B4F0B87EDDDE}" dt="2025-09-29T20:52:26.035" v="177" actId="20577"/>
          <ac:spMkLst>
            <pc:docMk/>
            <pc:sldMk cId="3537659062" sldId="278"/>
            <ac:spMk id="10" creationId="{DC30EBEA-0CCE-855E-A05B-18043CFA05C4}"/>
          </ac:spMkLst>
        </pc:spChg>
      </pc:sldChg>
      <pc:sldChg chg="delSp modSp">
        <pc:chgData name="Kathleen Georjahna Salazar Serna" userId="ae11ef47-7b3f-4666-9f4d-d0225b013519" providerId="ADAL" clId="{5870F5A8-DC85-4796-98C2-B4F0B87EDDDE}" dt="2025-10-01T16:09:29.124" v="3299" actId="1035"/>
        <pc:sldMkLst>
          <pc:docMk/>
          <pc:sldMk cId="1335982142" sldId="281"/>
        </pc:sldMkLst>
        <pc:spChg chg="mod">
          <ac:chgData name="Kathleen Georjahna Salazar Serna" userId="ae11ef47-7b3f-4666-9f4d-d0225b013519" providerId="ADAL" clId="{5870F5A8-DC85-4796-98C2-B4F0B87EDDDE}" dt="2025-10-01T16:09:29.124" v="3299" actId="1035"/>
          <ac:spMkLst>
            <pc:docMk/>
            <pc:sldMk cId="1335982142" sldId="281"/>
            <ac:spMk id="23" creationId="{DF224DCF-7C12-875B-CB12-766A451B0CBF}"/>
          </ac:spMkLst>
        </pc:spChg>
        <pc:spChg chg="mod">
          <ac:chgData name="Kathleen Georjahna Salazar Serna" userId="ae11ef47-7b3f-4666-9f4d-d0225b013519" providerId="ADAL" clId="{5870F5A8-DC85-4796-98C2-B4F0B87EDDDE}" dt="2025-10-01T16:09:29.124" v="3299" actId="1035"/>
          <ac:spMkLst>
            <pc:docMk/>
            <pc:sldMk cId="1335982142" sldId="281"/>
            <ac:spMk id="24" creationId="{FA3CA0D4-AEB4-98D8-1BA8-FE9A78D07C80}"/>
          </ac:spMkLst>
        </pc:spChg>
        <pc:spChg chg="mod">
          <ac:chgData name="Kathleen Georjahna Salazar Serna" userId="ae11ef47-7b3f-4666-9f4d-d0225b013519" providerId="ADAL" clId="{5870F5A8-DC85-4796-98C2-B4F0B87EDDDE}" dt="2025-10-01T16:09:29.124" v="3299" actId="1035"/>
          <ac:spMkLst>
            <pc:docMk/>
            <pc:sldMk cId="1335982142" sldId="281"/>
            <ac:spMk id="25" creationId="{55DF6C80-797D-81E8-D8FF-94A2D5B4907C}"/>
          </ac:spMkLst>
        </pc:spChg>
        <pc:spChg chg="mod">
          <ac:chgData name="Kathleen Georjahna Salazar Serna" userId="ae11ef47-7b3f-4666-9f4d-d0225b013519" providerId="ADAL" clId="{5870F5A8-DC85-4796-98C2-B4F0B87EDDDE}" dt="2025-10-01T16:09:29.124" v="3299" actId="1035"/>
          <ac:spMkLst>
            <pc:docMk/>
            <pc:sldMk cId="1335982142" sldId="281"/>
            <ac:spMk id="26" creationId="{4D2D1FDD-0358-4762-4CC6-407B6BA1E7C1}"/>
          </ac:spMkLst>
        </pc:spChg>
        <pc:spChg chg="mod">
          <ac:chgData name="Kathleen Georjahna Salazar Serna" userId="ae11ef47-7b3f-4666-9f4d-d0225b013519" providerId="ADAL" clId="{5870F5A8-DC85-4796-98C2-B4F0B87EDDDE}" dt="2025-10-01T16:09:29.124" v="3299" actId="1035"/>
          <ac:spMkLst>
            <pc:docMk/>
            <pc:sldMk cId="1335982142" sldId="281"/>
            <ac:spMk id="27" creationId="{1EC7A99E-C490-3068-838A-B2A673FFE4D5}"/>
          </ac:spMkLst>
        </pc:spChg>
        <pc:spChg chg="mod">
          <ac:chgData name="Kathleen Georjahna Salazar Serna" userId="ae11ef47-7b3f-4666-9f4d-d0225b013519" providerId="ADAL" clId="{5870F5A8-DC85-4796-98C2-B4F0B87EDDDE}" dt="2025-10-01T16:09:29.124" v="3299" actId="1035"/>
          <ac:spMkLst>
            <pc:docMk/>
            <pc:sldMk cId="1335982142" sldId="281"/>
            <ac:spMk id="28" creationId="{2B7A71E9-3E08-A11D-0F86-7BA82FF9A128}"/>
          </ac:spMkLst>
        </pc:spChg>
        <pc:spChg chg="del mod">
          <ac:chgData name="Kathleen Georjahna Salazar Serna" userId="ae11ef47-7b3f-4666-9f4d-d0225b013519" providerId="ADAL" clId="{5870F5A8-DC85-4796-98C2-B4F0B87EDDDE}" dt="2025-10-01T16:08:41.761" v="3257" actId="478"/>
          <ac:spMkLst>
            <pc:docMk/>
            <pc:sldMk cId="1335982142" sldId="281"/>
            <ac:spMk id="29" creationId="{9CDF99DE-2193-AB8A-5864-8F458752B619}"/>
          </ac:spMkLst>
        </pc:spChg>
        <pc:spChg chg="mod">
          <ac:chgData name="Kathleen Georjahna Salazar Serna" userId="ae11ef47-7b3f-4666-9f4d-d0225b013519" providerId="ADAL" clId="{5870F5A8-DC85-4796-98C2-B4F0B87EDDDE}" dt="2025-10-01T16:09:29.124" v="3299" actId="1035"/>
          <ac:spMkLst>
            <pc:docMk/>
            <pc:sldMk cId="1335982142" sldId="281"/>
            <ac:spMk id="30" creationId="{AEE5A138-84F8-59B1-9F76-776E4D924301}"/>
          </ac:spMkLst>
        </pc:spChg>
        <pc:spChg chg="del mod">
          <ac:chgData name="Kathleen Georjahna Salazar Serna" userId="ae11ef47-7b3f-4666-9f4d-d0225b013519" providerId="ADAL" clId="{5870F5A8-DC85-4796-98C2-B4F0B87EDDDE}" dt="2025-09-29T20:53:08.026" v="181" actId="478"/>
          <ac:spMkLst>
            <pc:docMk/>
            <pc:sldMk cId="1335982142" sldId="281"/>
            <ac:spMk id="31" creationId="{5A4ACD37-0A33-898F-CCCF-F1C799BBC87E}"/>
          </ac:spMkLst>
        </pc:spChg>
        <pc:spChg chg="del">
          <ac:chgData name="Kathleen Georjahna Salazar Serna" userId="ae11ef47-7b3f-4666-9f4d-d0225b013519" providerId="ADAL" clId="{5870F5A8-DC85-4796-98C2-B4F0B87EDDDE}" dt="2025-09-29T20:53:05.306" v="179" actId="478"/>
          <ac:spMkLst>
            <pc:docMk/>
            <pc:sldMk cId="1335982142" sldId="281"/>
            <ac:spMk id="32" creationId="{0C794E03-B8D7-0169-9973-F1796992D394}"/>
          </ac:spMkLst>
        </pc:spChg>
        <pc:spChg chg="mod">
          <ac:chgData name="Kathleen Georjahna Salazar Serna" userId="ae11ef47-7b3f-4666-9f4d-d0225b013519" providerId="ADAL" clId="{5870F5A8-DC85-4796-98C2-B4F0B87EDDDE}" dt="2025-10-01T16:09:29.124" v="3299" actId="1035"/>
          <ac:spMkLst>
            <pc:docMk/>
            <pc:sldMk cId="1335982142" sldId="281"/>
            <ac:spMk id="33" creationId="{E55C7AE8-4FA5-A5E9-99C0-5F182D0822C1}"/>
          </ac:spMkLst>
        </pc:spChg>
        <pc:spChg chg="mod">
          <ac:chgData name="Kathleen Georjahna Salazar Serna" userId="ae11ef47-7b3f-4666-9f4d-d0225b013519" providerId="ADAL" clId="{5870F5A8-DC85-4796-98C2-B4F0B87EDDDE}" dt="2025-10-01T16:09:29.124" v="3299" actId="1035"/>
          <ac:spMkLst>
            <pc:docMk/>
            <pc:sldMk cId="1335982142" sldId="281"/>
            <ac:spMk id="34" creationId="{52665ED0-7BC7-7AF3-E49B-5F0CB1BC1E80}"/>
          </ac:spMkLst>
        </pc:spChg>
        <pc:spChg chg="mod">
          <ac:chgData name="Kathleen Georjahna Salazar Serna" userId="ae11ef47-7b3f-4666-9f4d-d0225b013519" providerId="ADAL" clId="{5870F5A8-DC85-4796-98C2-B4F0B87EDDDE}" dt="2025-10-01T16:09:29.124" v="3299" actId="1035"/>
          <ac:spMkLst>
            <pc:docMk/>
            <pc:sldMk cId="1335982142" sldId="281"/>
            <ac:spMk id="45" creationId="{54E88119-173F-3EC0-A83A-850B7FA83321}"/>
          </ac:spMkLst>
        </pc:spChg>
        <pc:spChg chg="mod">
          <ac:chgData name="Kathleen Georjahna Salazar Serna" userId="ae11ef47-7b3f-4666-9f4d-d0225b013519" providerId="ADAL" clId="{5870F5A8-DC85-4796-98C2-B4F0B87EDDDE}" dt="2025-10-01T16:09:29.124" v="3299" actId="1035"/>
          <ac:spMkLst>
            <pc:docMk/>
            <pc:sldMk cId="1335982142" sldId="281"/>
            <ac:spMk id="46" creationId="{BB350EE7-B2A8-D97A-A956-870A339EAC49}"/>
          </ac:spMkLst>
        </pc:spChg>
        <pc:spChg chg="mod">
          <ac:chgData name="Kathleen Georjahna Salazar Serna" userId="ae11ef47-7b3f-4666-9f4d-d0225b013519" providerId="ADAL" clId="{5870F5A8-DC85-4796-98C2-B4F0B87EDDDE}" dt="2025-10-01T16:09:29.124" v="3299" actId="1035"/>
          <ac:spMkLst>
            <pc:docMk/>
            <pc:sldMk cId="1335982142" sldId="281"/>
            <ac:spMk id="47" creationId="{F750C1AB-66B0-9D8F-E3A2-BC16C1393C33}"/>
          </ac:spMkLst>
        </pc:spChg>
        <pc:spChg chg="mod">
          <ac:chgData name="Kathleen Georjahna Salazar Serna" userId="ae11ef47-7b3f-4666-9f4d-d0225b013519" providerId="ADAL" clId="{5870F5A8-DC85-4796-98C2-B4F0B87EDDDE}" dt="2025-10-01T16:09:29.124" v="3299" actId="1035"/>
          <ac:spMkLst>
            <pc:docMk/>
            <pc:sldMk cId="1335982142" sldId="281"/>
            <ac:spMk id="48" creationId="{EE3433F8-3837-D4E9-58F3-42DCBC6B8AC1}"/>
          </ac:spMkLst>
        </pc:spChg>
        <pc:spChg chg="mod">
          <ac:chgData name="Kathleen Georjahna Salazar Serna" userId="ae11ef47-7b3f-4666-9f4d-d0225b013519" providerId="ADAL" clId="{5870F5A8-DC85-4796-98C2-B4F0B87EDDDE}" dt="2025-10-01T16:09:29.124" v="3299" actId="1035"/>
          <ac:spMkLst>
            <pc:docMk/>
            <pc:sldMk cId="1335982142" sldId="281"/>
            <ac:spMk id="49" creationId="{9188307E-AB8F-86E3-1BF0-39A1F456A24A}"/>
          </ac:spMkLst>
        </pc:spChg>
        <pc:spChg chg="mod">
          <ac:chgData name="Kathleen Georjahna Salazar Serna" userId="ae11ef47-7b3f-4666-9f4d-d0225b013519" providerId="ADAL" clId="{5870F5A8-DC85-4796-98C2-B4F0B87EDDDE}" dt="2025-10-01T16:09:29.124" v="3299" actId="1035"/>
          <ac:spMkLst>
            <pc:docMk/>
            <pc:sldMk cId="1335982142" sldId="281"/>
            <ac:spMk id="50" creationId="{92C122F0-6187-2699-5D95-7F9CEE76BDA9}"/>
          </ac:spMkLst>
        </pc:spChg>
        <pc:spChg chg="mod">
          <ac:chgData name="Kathleen Georjahna Salazar Serna" userId="ae11ef47-7b3f-4666-9f4d-d0225b013519" providerId="ADAL" clId="{5870F5A8-DC85-4796-98C2-B4F0B87EDDDE}" dt="2025-10-01T16:09:29.124" v="3299" actId="1035"/>
          <ac:spMkLst>
            <pc:docMk/>
            <pc:sldMk cId="1335982142" sldId="281"/>
            <ac:spMk id="51" creationId="{04B47032-949D-D8C2-31DF-AB5A33005E39}"/>
          </ac:spMkLst>
        </pc:spChg>
        <pc:spChg chg="mod">
          <ac:chgData name="Kathleen Georjahna Salazar Serna" userId="ae11ef47-7b3f-4666-9f4d-d0225b013519" providerId="ADAL" clId="{5870F5A8-DC85-4796-98C2-B4F0B87EDDDE}" dt="2025-10-01T16:09:29.124" v="3299" actId="1035"/>
          <ac:spMkLst>
            <pc:docMk/>
            <pc:sldMk cId="1335982142" sldId="281"/>
            <ac:spMk id="52" creationId="{8F430541-A865-53D7-89C4-55B96D60C647}"/>
          </ac:spMkLst>
        </pc:spChg>
        <pc:spChg chg="del">
          <ac:chgData name="Kathleen Georjahna Salazar Serna" userId="ae11ef47-7b3f-4666-9f4d-d0225b013519" providerId="ADAL" clId="{5870F5A8-DC85-4796-98C2-B4F0B87EDDDE}" dt="2025-09-29T20:53:03.822" v="178" actId="478"/>
          <ac:spMkLst>
            <pc:docMk/>
            <pc:sldMk cId="1335982142" sldId="281"/>
            <ac:spMk id="53" creationId="{6AA245B7-32FB-3FB5-ADA7-639FBB802E5C}"/>
          </ac:spMkLst>
        </pc:spChg>
        <pc:spChg chg="del mod">
          <ac:chgData name="Kathleen Georjahna Salazar Serna" userId="ae11ef47-7b3f-4666-9f4d-d0225b013519" providerId="ADAL" clId="{5870F5A8-DC85-4796-98C2-B4F0B87EDDDE}" dt="2025-10-01T16:08:42.808" v="3258" actId="478"/>
          <ac:spMkLst>
            <pc:docMk/>
            <pc:sldMk cId="1335982142" sldId="281"/>
            <ac:spMk id="54" creationId="{9383BE3F-52FD-56B5-1FD1-C3A3CC058B70}"/>
          </ac:spMkLst>
        </pc:spChg>
        <pc:spChg chg="del mod">
          <ac:chgData name="Kathleen Georjahna Salazar Serna" userId="ae11ef47-7b3f-4666-9f4d-d0225b013519" providerId="ADAL" clId="{5870F5A8-DC85-4796-98C2-B4F0B87EDDDE}" dt="2025-10-01T16:08:46.159" v="3259" actId="478"/>
          <ac:spMkLst>
            <pc:docMk/>
            <pc:sldMk cId="1335982142" sldId="281"/>
            <ac:spMk id="55" creationId="{E986D08F-8388-0A7A-C1D3-876712AC75F8}"/>
          </ac:spMkLst>
        </pc:spChg>
        <pc:spChg chg="del mod">
          <ac:chgData name="Kathleen Georjahna Salazar Serna" userId="ae11ef47-7b3f-4666-9f4d-d0225b013519" providerId="ADAL" clId="{5870F5A8-DC85-4796-98C2-B4F0B87EDDDE}" dt="2025-09-29T20:53:50.448" v="241"/>
          <ac:spMkLst>
            <pc:docMk/>
            <pc:sldMk cId="1335982142" sldId="281"/>
            <ac:spMk id="56" creationId="{A411A954-3245-2D45-C5C2-792B487F35C5}"/>
          </ac:spMkLst>
        </pc:spChg>
        <pc:spChg chg="del mod">
          <ac:chgData name="Kathleen Georjahna Salazar Serna" userId="ae11ef47-7b3f-4666-9f4d-d0225b013519" providerId="ADAL" clId="{5870F5A8-DC85-4796-98C2-B4F0B87EDDDE}" dt="2025-09-29T20:53:28.229" v="192"/>
          <ac:spMkLst>
            <pc:docMk/>
            <pc:sldMk cId="1335982142" sldId="281"/>
            <ac:spMk id="57" creationId="{2B01A54F-E2AF-80B9-E114-6C0FBDBDF64F}"/>
          </ac:spMkLst>
        </pc:spChg>
        <pc:spChg chg="mod">
          <ac:chgData name="Kathleen Georjahna Salazar Serna" userId="ae11ef47-7b3f-4666-9f4d-d0225b013519" providerId="ADAL" clId="{5870F5A8-DC85-4796-98C2-B4F0B87EDDDE}" dt="2025-10-01T16:09:29.124" v="3299" actId="1035"/>
          <ac:spMkLst>
            <pc:docMk/>
            <pc:sldMk cId="1335982142" sldId="281"/>
            <ac:spMk id="62" creationId="{EE7FA0F9-8691-4FFF-DB2D-DB6EEE806F85}"/>
          </ac:spMkLst>
        </pc:spChg>
        <pc:spChg chg="mod">
          <ac:chgData name="Kathleen Georjahna Salazar Serna" userId="ae11ef47-7b3f-4666-9f4d-d0225b013519" providerId="ADAL" clId="{5870F5A8-DC85-4796-98C2-B4F0B87EDDDE}" dt="2025-10-01T16:09:29.124" v="3299" actId="1035"/>
          <ac:spMkLst>
            <pc:docMk/>
            <pc:sldMk cId="1335982142" sldId="281"/>
            <ac:spMk id="63" creationId="{E92BA3EE-CD8D-F51C-7374-9DD6CEB219FF}"/>
          </ac:spMkLst>
        </pc:spChg>
        <pc:spChg chg="mod">
          <ac:chgData name="Kathleen Georjahna Salazar Serna" userId="ae11ef47-7b3f-4666-9f4d-d0225b013519" providerId="ADAL" clId="{5870F5A8-DC85-4796-98C2-B4F0B87EDDDE}" dt="2025-10-01T16:09:29.124" v="3299" actId="1035"/>
          <ac:spMkLst>
            <pc:docMk/>
            <pc:sldMk cId="1335982142" sldId="281"/>
            <ac:spMk id="64" creationId="{E52B8E06-C014-08F7-437D-69DEBCC90CCD}"/>
          </ac:spMkLst>
        </pc:spChg>
        <pc:picChg chg="mod">
          <ac:chgData name="Kathleen Georjahna Salazar Serna" userId="ae11ef47-7b3f-4666-9f4d-d0225b013519" providerId="ADAL" clId="{5870F5A8-DC85-4796-98C2-B4F0B87EDDDE}" dt="2025-10-01T16:09:29.124" v="3299" actId="1035"/>
          <ac:picMkLst>
            <pc:docMk/>
            <pc:sldMk cId="1335982142" sldId="281"/>
            <ac:picMk id="35" creationId="{3A87DB85-6E14-76E4-634B-6B145C782DE2}"/>
          </ac:picMkLst>
        </pc:picChg>
        <pc:picChg chg="mod">
          <ac:chgData name="Kathleen Georjahna Salazar Serna" userId="ae11ef47-7b3f-4666-9f4d-d0225b013519" providerId="ADAL" clId="{5870F5A8-DC85-4796-98C2-B4F0B87EDDDE}" dt="2025-10-01T16:09:29.124" v="3299" actId="1035"/>
          <ac:picMkLst>
            <pc:docMk/>
            <pc:sldMk cId="1335982142" sldId="281"/>
            <ac:picMk id="36" creationId="{4B636C20-D1DE-69E9-9498-8DE078E735BB}"/>
          </ac:picMkLst>
        </pc:picChg>
        <pc:picChg chg="mod">
          <ac:chgData name="Kathleen Georjahna Salazar Serna" userId="ae11ef47-7b3f-4666-9f4d-d0225b013519" providerId="ADAL" clId="{5870F5A8-DC85-4796-98C2-B4F0B87EDDDE}" dt="2025-10-01T16:09:29.124" v="3299" actId="1035"/>
          <ac:picMkLst>
            <pc:docMk/>
            <pc:sldMk cId="1335982142" sldId="281"/>
            <ac:picMk id="37" creationId="{B65267ED-5927-0BE8-2A29-0416F2128B78}"/>
          </ac:picMkLst>
        </pc:picChg>
        <pc:picChg chg="mod">
          <ac:chgData name="Kathleen Georjahna Salazar Serna" userId="ae11ef47-7b3f-4666-9f4d-d0225b013519" providerId="ADAL" clId="{5870F5A8-DC85-4796-98C2-B4F0B87EDDDE}" dt="2025-10-01T16:09:29.124" v="3299" actId="1035"/>
          <ac:picMkLst>
            <pc:docMk/>
            <pc:sldMk cId="1335982142" sldId="281"/>
            <ac:picMk id="38" creationId="{BA07DE92-2D45-B76F-3F37-1A31F105EE8F}"/>
          </ac:picMkLst>
        </pc:picChg>
        <pc:picChg chg="del">
          <ac:chgData name="Kathleen Georjahna Salazar Serna" userId="ae11ef47-7b3f-4666-9f4d-d0225b013519" providerId="ADAL" clId="{5870F5A8-DC85-4796-98C2-B4F0B87EDDDE}" dt="2025-09-29T20:53:28.221" v="190" actId="478"/>
          <ac:picMkLst>
            <pc:docMk/>
            <pc:sldMk cId="1335982142" sldId="281"/>
            <ac:picMk id="39" creationId="{DB4715E6-0B79-3F38-2F56-CB25EAF5D540}"/>
          </ac:picMkLst>
        </pc:picChg>
        <pc:picChg chg="del">
          <ac:chgData name="Kathleen Georjahna Salazar Serna" userId="ae11ef47-7b3f-4666-9f4d-d0225b013519" providerId="ADAL" clId="{5870F5A8-DC85-4796-98C2-B4F0B87EDDDE}" dt="2025-09-29T20:53:29.474" v="193" actId="478"/>
          <ac:picMkLst>
            <pc:docMk/>
            <pc:sldMk cId="1335982142" sldId="281"/>
            <ac:picMk id="40" creationId="{B654C924-B6BC-89C4-71DE-7E7F2A133E8C}"/>
          </ac:picMkLst>
        </pc:picChg>
        <pc:picChg chg="del">
          <ac:chgData name="Kathleen Georjahna Salazar Serna" userId="ae11ef47-7b3f-4666-9f4d-d0225b013519" providerId="ADAL" clId="{5870F5A8-DC85-4796-98C2-B4F0B87EDDDE}" dt="2025-09-29T20:53:09.881" v="182" actId="478"/>
          <ac:picMkLst>
            <pc:docMk/>
            <pc:sldMk cId="1335982142" sldId="281"/>
            <ac:picMk id="41" creationId="{A63FD545-417C-2BD4-5853-53E979381879}"/>
          </ac:picMkLst>
        </pc:picChg>
        <pc:picChg chg="del">
          <ac:chgData name="Kathleen Georjahna Salazar Serna" userId="ae11ef47-7b3f-4666-9f4d-d0225b013519" providerId="ADAL" clId="{5870F5A8-DC85-4796-98C2-B4F0B87EDDDE}" dt="2025-09-29T20:53:11.530" v="184" actId="478"/>
          <ac:picMkLst>
            <pc:docMk/>
            <pc:sldMk cId="1335982142" sldId="281"/>
            <ac:picMk id="42" creationId="{041BC693-1646-D754-54E0-79CB4B352103}"/>
          </ac:picMkLst>
        </pc:picChg>
        <pc:picChg chg="del">
          <ac:chgData name="Kathleen Georjahna Salazar Serna" userId="ae11ef47-7b3f-4666-9f4d-d0225b013519" providerId="ADAL" clId="{5870F5A8-DC85-4796-98C2-B4F0B87EDDDE}" dt="2025-09-29T20:53:10.641" v="183" actId="478"/>
          <ac:picMkLst>
            <pc:docMk/>
            <pc:sldMk cId="1335982142" sldId="281"/>
            <ac:picMk id="43" creationId="{19E0435D-3610-989C-0587-4751C5D9FF85}"/>
          </ac:picMkLst>
        </pc:picChg>
        <pc:picChg chg="del">
          <ac:chgData name="Kathleen Georjahna Salazar Serna" userId="ae11ef47-7b3f-4666-9f4d-d0225b013519" providerId="ADAL" clId="{5870F5A8-DC85-4796-98C2-B4F0B87EDDDE}" dt="2025-09-29T20:53:12.443" v="185" actId="478"/>
          <ac:picMkLst>
            <pc:docMk/>
            <pc:sldMk cId="1335982142" sldId="281"/>
            <ac:picMk id="44" creationId="{5D06F24A-533F-0A4E-53A3-577838871751}"/>
          </ac:picMkLst>
        </pc:picChg>
        <pc:picChg chg="mod">
          <ac:chgData name="Kathleen Georjahna Salazar Serna" userId="ae11ef47-7b3f-4666-9f4d-d0225b013519" providerId="ADAL" clId="{5870F5A8-DC85-4796-98C2-B4F0B87EDDDE}" dt="2025-10-01T16:09:29.124" v="3299" actId="1035"/>
          <ac:picMkLst>
            <pc:docMk/>
            <pc:sldMk cId="1335982142" sldId="281"/>
            <ac:picMk id="58" creationId="{7B75624A-B88A-C801-24A7-826C69470688}"/>
          </ac:picMkLst>
        </pc:picChg>
        <pc:picChg chg="mod">
          <ac:chgData name="Kathleen Georjahna Salazar Serna" userId="ae11ef47-7b3f-4666-9f4d-d0225b013519" providerId="ADAL" clId="{5870F5A8-DC85-4796-98C2-B4F0B87EDDDE}" dt="2025-10-01T16:09:29.124" v="3299" actId="1035"/>
          <ac:picMkLst>
            <pc:docMk/>
            <pc:sldMk cId="1335982142" sldId="281"/>
            <ac:picMk id="60" creationId="{345E5D75-BF31-A164-8632-C27F5E7609C6}"/>
          </ac:picMkLst>
        </pc:picChg>
        <pc:picChg chg="mod">
          <ac:chgData name="Kathleen Georjahna Salazar Serna" userId="ae11ef47-7b3f-4666-9f4d-d0225b013519" providerId="ADAL" clId="{5870F5A8-DC85-4796-98C2-B4F0B87EDDDE}" dt="2025-10-01T16:09:29.124" v="3299" actId="1035"/>
          <ac:picMkLst>
            <pc:docMk/>
            <pc:sldMk cId="1335982142" sldId="281"/>
            <ac:picMk id="66" creationId="{157B5B70-F116-ACE7-85E3-93A004D96E31}"/>
          </ac:picMkLst>
        </pc:picChg>
        <pc:picChg chg="mod">
          <ac:chgData name="Kathleen Georjahna Salazar Serna" userId="ae11ef47-7b3f-4666-9f4d-d0225b013519" providerId="ADAL" clId="{5870F5A8-DC85-4796-98C2-B4F0B87EDDDE}" dt="2025-10-01T16:09:29.124" v="3299" actId="1035"/>
          <ac:picMkLst>
            <pc:docMk/>
            <pc:sldMk cId="1335982142" sldId="281"/>
            <ac:picMk id="67" creationId="{54FAC449-FA4C-4C62-E9BB-33DACC2125BB}"/>
          </ac:picMkLst>
        </pc:picChg>
      </pc:sldChg>
      <pc:sldChg chg="addSp modSp">
        <pc:chgData name="Kathleen Georjahna Salazar Serna" userId="ae11ef47-7b3f-4666-9f4d-d0225b013519" providerId="ADAL" clId="{5870F5A8-DC85-4796-98C2-B4F0B87EDDDE}" dt="2025-10-01T11:05:40.513" v="2714" actId="20577"/>
        <pc:sldMkLst>
          <pc:docMk/>
          <pc:sldMk cId="1639897114" sldId="282"/>
        </pc:sldMkLst>
        <pc:spChg chg="add mod">
          <ac:chgData name="Kathleen Georjahna Salazar Serna" userId="ae11ef47-7b3f-4666-9f4d-d0225b013519" providerId="ADAL" clId="{5870F5A8-DC85-4796-98C2-B4F0B87EDDDE}" dt="2025-10-01T11:05:40.513" v="2714" actId="20577"/>
          <ac:spMkLst>
            <pc:docMk/>
            <pc:sldMk cId="1639897114" sldId="282"/>
            <ac:spMk id="8" creationId="{EEC6DA36-5DA3-4591-A88C-E5AA8FF574AA}"/>
          </ac:spMkLst>
        </pc:spChg>
      </pc:sldChg>
      <pc:sldChg chg="modSp">
        <pc:chgData name="Kathleen Georjahna Salazar Serna" userId="ae11ef47-7b3f-4666-9f4d-d0225b013519" providerId="ADAL" clId="{5870F5A8-DC85-4796-98C2-B4F0B87EDDDE}" dt="2025-10-01T00:51:12.606" v="636" actId="20577"/>
        <pc:sldMkLst>
          <pc:docMk/>
          <pc:sldMk cId="3327534225" sldId="283"/>
        </pc:sldMkLst>
        <pc:spChg chg="mod">
          <ac:chgData name="Kathleen Georjahna Salazar Serna" userId="ae11ef47-7b3f-4666-9f4d-d0225b013519" providerId="ADAL" clId="{5870F5A8-DC85-4796-98C2-B4F0B87EDDDE}" dt="2025-10-01T00:51:12.606" v="636" actId="20577"/>
          <ac:spMkLst>
            <pc:docMk/>
            <pc:sldMk cId="3327534225" sldId="283"/>
            <ac:spMk id="14" creationId="{2C8D69FF-5512-DDF1-879D-888C768C4C79}"/>
          </ac:spMkLst>
        </pc:spChg>
      </pc:sldChg>
      <pc:sldChg chg="add">
        <pc:chgData name="Kathleen Georjahna Salazar Serna" userId="ae11ef47-7b3f-4666-9f4d-d0225b013519" providerId="ADAL" clId="{5870F5A8-DC85-4796-98C2-B4F0B87EDDDE}" dt="2025-10-01T11:04:50.752" v="2643"/>
        <pc:sldMkLst>
          <pc:docMk/>
          <pc:sldMk cId="1893763686" sldId="285"/>
        </pc:sldMkLst>
      </pc:sldChg>
      <pc:sldChg chg="modSp">
        <pc:chgData name="Kathleen Georjahna Salazar Serna" userId="ae11ef47-7b3f-4666-9f4d-d0225b013519" providerId="ADAL" clId="{5870F5A8-DC85-4796-98C2-B4F0B87EDDDE}" dt="2025-10-01T03:08:06.337" v="1463" actId="20577"/>
        <pc:sldMkLst>
          <pc:docMk/>
          <pc:sldMk cId="1452242500" sldId="286"/>
        </pc:sldMkLst>
        <pc:spChg chg="mod">
          <ac:chgData name="Kathleen Georjahna Salazar Serna" userId="ae11ef47-7b3f-4666-9f4d-d0225b013519" providerId="ADAL" clId="{5870F5A8-DC85-4796-98C2-B4F0B87EDDDE}" dt="2025-10-01T03:08:06.337" v="1463" actId="20577"/>
          <ac:spMkLst>
            <pc:docMk/>
            <pc:sldMk cId="1452242500" sldId="286"/>
            <ac:spMk id="4" creationId="{87D12DE6-9CB5-B6C5-3B8E-5E8096766992}"/>
          </ac:spMkLst>
        </pc:spChg>
      </pc:sldChg>
      <pc:sldChg chg="addSp delSp modSp">
        <pc:chgData name="Kathleen Georjahna Salazar Serna" userId="ae11ef47-7b3f-4666-9f4d-d0225b013519" providerId="ADAL" clId="{5870F5A8-DC85-4796-98C2-B4F0B87EDDDE}" dt="2025-10-01T11:03:18.254" v="2632" actId="1076"/>
        <pc:sldMkLst>
          <pc:docMk/>
          <pc:sldMk cId="1726626325" sldId="289"/>
        </pc:sldMkLst>
        <pc:spChg chg="mod">
          <ac:chgData name="Kathleen Georjahna Salazar Serna" userId="ae11ef47-7b3f-4666-9f4d-d0225b013519" providerId="ADAL" clId="{5870F5A8-DC85-4796-98C2-B4F0B87EDDDE}" dt="2025-10-01T01:05:38.636" v="698" actId="20577"/>
          <ac:spMkLst>
            <pc:docMk/>
            <pc:sldMk cId="1726626325" sldId="289"/>
            <ac:spMk id="4" creationId="{2EAF0C93-1DF7-D8C4-1850-CC1FDBA378B7}"/>
          </ac:spMkLst>
        </pc:spChg>
        <pc:spChg chg="mod">
          <ac:chgData name="Kathleen Georjahna Salazar Serna" userId="ae11ef47-7b3f-4666-9f4d-d0225b013519" providerId="ADAL" clId="{5870F5A8-DC85-4796-98C2-B4F0B87EDDDE}" dt="2025-10-01T01:06:05.465" v="714" actId="20577"/>
          <ac:spMkLst>
            <pc:docMk/>
            <pc:sldMk cId="1726626325" sldId="289"/>
            <ac:spMk id="5" creationId="{FC7903C0-7DF9-C07C-AC81-24CEC1847C11}"/>
          </ac:spMkLst>
        </pc:spChg>
        <pc:spChg chg="mod">
          <ac:chgData name="Kathleen Georjahna Salazar Serna" userId="ae11ef47-7b3f-4666-9f4d-d0225b013519" providerId="ADAL" clId="{5870F5A8-DC85-4796-98C2-B4F0B87EDDDE}" dt="2025-10-01T01:58:36.809" v="754" actId="113"/>
          <ac:spMkLst>
            <pc:docMk/>
            <pc:sldMk cId="1726626325" sldId="289"/>
            <ac:spMk id="11" creationId="{97C9935D-A77C-7FDD-8384-8198D850FFA7}"/>
          </ac:spMkLst>
        </pc:spChg>
        <pc:spChg chg="mod">
          <ac:chgData name="Kathleen Georjahna Salazar Serna" userId="ae11ef47-7b3f-4666-9f4d-d0225b013519" providerId="ADAL" clId="{5870F5A8-DC85-4796-98C2-B4F0B87EDDDE}" dt="2025-10-01T02:01:54.118" v="832" actId="20577"/>
          <ac:spMkLst>
            <pc:docMk/>
            <pc:sldMk cId="1726626325" sldId="289"/>
            <ac:spMk id="14" creationId="{787BA150-2310-1099-3DAA-D830A9463730}"/>
          </ac:spMkLst>
        </pc:spChg>
        <pc:spChg chg="mod">
          <ac:chgData name="Kathleen Georjahna Salazar Serna" userId="ae11ef47-7b3f-4666-9f4d-d0225b013519" providerId="ADAL" clId="{5870F5A8-DC85-4796-98C2-B4F0B87EDDDE}" dt="2025-10-01T02:01:46.569" v="828" actId="14100"/>
          <ac:spMkLst>
            <pc:docMk/>
            <pc:sldMk cId="1726626325" sldId="289"/>
            <ac:spMk id="15" creationId="{B5843F88-2DB4-3F44-1064-266BB0F5E4D7}"/>
          </ac:spMkLst>
        </pc:spChg>
        <pc:spChg chg="mod">
          <ac:chgData name="Kathleen Georjahna Salazar Serna" userId="ae11ef47-7b3f-4666-9f4d-d0225b013519" providerId="ADAL" clId="{5870F5A8-DC85-4796-98C2-B4F0B87EDDDE}" dt="2025-10-01T01:59:44.209" v="760" actId="20577"/>
          <ac:spMkLst>
            <pc:docMk/>
            <pc:sldMk cId="1726626325" sldId="289"/>
            <ac:spMk id="18" creationId="{16AA835E-A12F-504E-74F6-9FC909FC23FB}"/>
          </ac:spMkLst>
        </pc:spChg>
        <pc:spChg chg="del">
          <ac:chgData name="Kathleen Georjahna Salazar Serna" userId="ae11ef47-7b3f-4666-9f4d-d0225b013519" providerId="ADAL" clId="{5870F5A8-DC85-4796-98C2-B4F0B87EDDDE}" dt="2025-10-01T00:55:00.173" v="640" actId="478"/>
          <ac:spMkLst>
            <pc:docMk/>
            <pc:sldMk cId="1726626325" sldId="289"/>
            <ac:spMk id="20" creationId="{5E7398F0-93B1-F520-0DFC-B96DBC045C78}"/>
          </ac:spMkLst>
        </pc:spChg>
        <pc:spChg chg="mod">
          <ac:chgData name="Kathleen Georjahna Salazar Serna" userId="ae11ef47-7b3f-4666-9f4d-d0225b013519" providerId="ADAL" clId="{5870F5A8-DC85-4796-98C2-B4F0B87EDDDE}" dt="2025-10-01T01:05:03.267" v="671" actId="20577"/>
          <ac:spMkLst>
            <pc:docMk/>
            <pc:sldMk cId="1726626325" sldId="289"/>
            <ac:spMk id="24" creationId="{D6CB724E-8C53-BB3D-ACD9-90A5EE7209D6}"/>
          </ac:spMkLst>
        </pc:spChg>
        <pc:picChg chg="del">
          <ac:chgData name="Kathleen Georjahna Salazar Serna" userId="ae11ef47-7b3f-4666-9f4d-d0225b013519" providerId="ADAL" clId="{5870F5A8-DC85-4796-98C2-B4F0B87EDDDE}" dt="2025-10-01T00:54:55.325" v="638" actId="478"/>
          <ac:picMkLst>
            <pc:docMk/>
            <pc:sldMk cId="1726626325" sldId="289"/>
            <ac:picMk id="2" creationId="{B79526FD-A870-ADA8-519C-E7FAFDCDE957}"/>
          </ac:picMkLst>
        </pc:picChg>
        <pc:picChg chg="del">
          <ac:chgData name="Kathleen Georjahna Salazar Serna" userId="ae11ef47-7b3f-4666-9f4d-d0225b013519" providerId="ADAL" clId="{5870F5A8-DC85-4796-98C2-B4F0B87EDDDE}" dt="2025-10-01T00:55:00.915" v="641" actId="478"/>
          <ac:picMkLst>
            <pc:docMk/>
            <pc:sldMk cId="1726626325" sldId="289"/>
            <ac:picMk id="8" creationId="{A3083662-68EF-8998-96AA-E8F20D783593}"/>
          </ac:picMkLst>
        </pc:picChg>
        <pc:picChg chg="add mod modCrop">
          <ac:chgData name="Kathleen Georjahna Salazar Serna" userId="ae11ef47-7b3f-4666-9f4d-d0225b013519" providerId="ADAL" clId="{5870F5A8-DC85-4796-98C2-B4F0B87EDDDE}" dt="2025-10-01T01:04:41.031" v="661" actId="1038"/>
          <ac:picMkLst>
            <pc:docMk/>
            <pc:sldMk cId="1726626325" sldId="289"/>
            <ac:picMk id="10" creationId="{FE4F38C2-CADB-4E1F-B093-EBCE056C7A3D}"/>
          </ac:picMkLst>
        </pc:picChg>
        <pc:picChg chg="add mod">
          <ac:chgData name="Kathleen Georjahna Salazar Serna" userId="ae11ef47-7b3f-4666-9f4d-d0225b013519" providerId="ADAL" clId="{5870F5A8-DC85-4796-98C2-B4F0B87EDDDE}" dt="2025-10-01T11:03:18.254" v="2632" actId="1076"/>
          <ac:picMkLst>
            <pc:docMk/>
            <pc:sldMk cId="1726626325" sldId="289"/>
            <ac:picMk id="13" creationId="{2D649EC7-675C-4986-A094-63C64DCBDE20}"/>
          </ac:picMkLst>
        </pc:picChg>
        <pc:picChg chg="del">
          <ac:chgData name="Kathleen Georjahna Salazar Serna" userId="ae11ef47-7b3f-4666-9f4d-d0225b013519" providerId="ADAL" clId="{5870F5A8-DC85-4796-98C2-B4F0B87EDDDE}" dt="2025-10-01T00:55:03.711" v="642" actId="478"/>
          <ac:picMkLst>
            <pc:docMk/>
            <pc:sldMk cId="1726626325" sldId="289"/>
            <ac:picMk id="21" creationId="{37108232-998C-EA45-B005-33041D79D009}"/>
          </ac:picMkLst>
        </pc:picChg>
        <pc:picChg chg="del">
          <ac:chgData name="Kathleen Georjahna Salazar Serna" userId="ae11ef47-7b3f-4666-9f4d-d0225b013519" providerId="ADAL" clId="{5870F5A8-DC85-4796-98C2-B4F0B87EDDDE}" dt="2025-10-01T11:02:26.981" v="2626" actId="478"/>
          <ac:picMkLst>
            <pc:docMk/>
            <pc:sldMk cId="1726626325" sldId="289"/>
            <ac:picMk id="33" creationId="{94046185-38CE-B8FA-47D2-45E0AD57A982}"/>
          </ac:picMkLst>
        </pc:picChg>
        <pc:cxnChg chg="del mod">
          <ac:chgData name="Kathleen Georjahna Salazar Serna" userId="ae11ef47-7b3f-4666-9f4d-d0225b013519" providerId="ADAL" clId="{5870F5A8-DC85-4796-98C2-B4F0B87EDDDE}" dt="2025-10-01T00:54:59.069" v="639" actId="478"/>
          <ac:cxnSpMkLst>
            <pc:docMk/>
            <pc:sldMk cId="1726626325" sldId="289"/>
            <ac:cxnSpMk id="35" creationId="{E7108F78-9E98-D957-20FA-FDCA6A15936A}"/>
          </ac:cxnSpMkLst>
        </pc:cxnChg>
      </pc:sldChg>
      <pc:sldChg chg="modTransition">
        <pc:chgData name="Kathleen Georjahna Salazar Serna" userId="ae11ef47-7b3f-4666-9f4d-d0225b013519" providerId="ADAL" clId="{5870F5A8-DC85-4796-98C2-B4F0B87EDDDE}" dt="2025-10-01T00:51:30.997" v="637"/>
        <pc:sldMkLst>
          <pc:docMk/>
          <pc:sldMk cId="1446132076" sldId="290"/>
        </pc:sldMkLst>
      </pc:sldChg>
      <pc:sldChg chg="addSp delSp modSp add">
        <pc:chgData name="Kathleen Georjahna Salazar Serna" userId="ae11ef47-7b3f-4666-9f4d-d0225b013519" providerId="ADAL" clId="{5870F5A8-DC85-4796-98C2-B4F0B87EDDDE}" dt="2025-10-01T18:55:10.538" v="3630" actId="1076"/>
        <pc:sldMkLst>
          <pc:docMk/>
          <pc:sldMk cId="2324421556" sldId="292"/>
        </pc:sldMkLst>
        <pc:spChg chg="mod">
          <ac:chgData name="Kathleen Georjahna Salazar Serna" userId="ae11ef47-7b3f-4666-9f4d-d0225b013519" providerId="ADAL" clId="{5870F5A8-DC85-4796-98C2-B4F0B87EDDDE}" dt="2025-10-01T18:44:37.508" v="3494" actId="1037"/>
          <ac:spMkLst>
            <pc:docMk/>
            <pc:sldMk cId="2324421556" sldId="292"/>
            <ac:spMk id="2" creationId="{E5003418-46D4-8CCE-4FE2-14B54DA67860}"/>
          </ac:spMkLst>
        </pc:spChg>
        <pc:spChg chg="add mod">
          <ac:chgData name="Kathleen Georjahna Salazar Serna" userId="ae11ef47-7b3f-4666-9f4d-d0225b013519" providerId="ADAL" clId="{5870F5A8-DC85-4796-98C2-B4F0B87EDDDE}" dt="2025-10-01T18:48:21.226" v="3533" actId="20577"/>
          <ac:spMkLst>
            <pc:docMk/>
            <pc:sldMk cId="2324421556" sldId="292"/>
            <ac:spMk id="87" creationId="{AD1502B0-27A2-4C8B-915A-F2861AA8CF2D}"/>
          </ac:spMkLst>
        </pc:spChg>
        <pc:spChg chg="mod">
          <ac:chgData name="Kathleen Georjahna Salazar Serna" userId="ae11ef47-7b3f-4666-9f4d-d0225b013519" providerId="ADAL" clId="{5870F5A8-DC85-4796-98C2-B4F0B87EDDDE}" dt="2025-10-01T18:44:41.840" v="3496" actId="20577"/>
          <ac:spMkLst>
            <pc:docMk/>
            <pc:sldMk cId="2324421556" sldId="292"/>
            <ac:spMk id="198" creationId="{46002D85-4633-46F0-B0AA-C413612ACFF4}"/>
          </ac:spMkLst>
        </pc:spChg>
        <pc:spChg chg="mod">
          <ac:chgData name="Kathleen Georjahna Salazar Serna" userId="ae11ef47-7b3f-4666-9f4d-d0225b013519" providerId="ADAL" clId="{5870F5A8-DC85-4796-98C2-B4F0B87EDDDE}" dt="2025-10-01T18:54:50.616" v="3613" actId="20577"/>
          <ac:spMkLst>
            <pc:docMk/>
            <pc:sldMk cId="2324421556" sldId="292"/>
            <ac:spMk id="240" creationId="{68D4AE73-8E28-471E-9E26-D11B14B3EF83}"/>
          </ac:spMkLst>
        </pc:spChg>
        <pc:spChg chg="del topLvl">
          <ac:chgData name="Kathleen Georjahna Salazar Serna" userId="ae11ef47-7b3f-4666-9f4d-d0225b013519" providerId="ADAL" clId="{5870F5A8-DC85-4796-98C2-B4F0B87EDDDE}" dt="2025-10-01T18:54:42.371" v="3609" actId="478"/>
          <ac:spMkLst>
            <pc:docMk/>
            <pc:sldMk cId="2324421556" sldId="292"/>
            <ac:spMk id="246" creationId="{19E1121C-12DD-485C-96A1-85851E3459D1}"/>
          </ac:spMkLst>
        </pc:spChg>
        <pc:spChg chg="del topLvl">
          <ac:chgData name="Kathleen Georjahna Salazar Serna" userId="ae11ef47-7b3f-4666-9f4d-d0225b013519" providerId="ADAL" clId="{5870F5A8-DC85-4796-98C2-B4F0B87EDDDE}" dt="2025-10-01T18:54:54.744" v="3615" actId="478"/>
          <ac:spMkLst>
            <pc:docMk/>
            <pc:sldMk cId="2324421556" sldId="292"/>
            <ac:spMk id="251" creationId="{8B55BBA0-68D8-42C5-9A6B-4B62E555E281}"/>
          </ac:spMkLst>
        </pc:spChg>
        <pc:spChg chg="del topLvl">
          <ac:chgData name="Kathleen Georjahna Salazar Serna" userId="ae11ef47-7b3f-4666-9f4d-d0225b013519" providerId="ADAL" clId="{5870F5A8-DC85-4796-98C2-B4F0B87EDDDE}" dt="2025-10-01T18:54:53.123" v="3614" actId="478"/>
          <ac:spMkLst>
            <pc:docMk/>
            <pc:sldMk cId="2324421556" sldId="292"/>
            <ac:spMk id="254" creationId="{B1D5B682-9F01-487E-AF97-1B1744279C2B}"/>
          </ac:spMkLst>
        </pc:spChg>
        <pc:grpChg chg="mod">
          <ac:chgData name="Kathleen Georjahna Salazar Serna" userId="ae11ef47-7b3f-4666-9f4d-d0225b013519" providerId="ADAL" clId="{5870F5A8-DC85-4796-98C2-B4F0B87EDDDE}" dt="2025-10-01T18:55:08.579" v="3629" actId="1076"/>
          <ac:grpSpMkLst>
            <pc:docMk/>
            <pc:sldMk cId="2324421556" sldId="292"/>
            <ac:grpSpMk id="183" creationId="{0D17C3E8-07CC-4A4E-91D7-BFEDF312DDAB}"/>
          </ac:grpSpMkLst>
        </pc:grpChg>
        <pc:grpChg chg="mod">
          <ac:chgData name="Kathleen Georjahna Salazar Serna" userId="ae11ef47-7b3f-4666-9f4d-d0225b013519" providerId="ADAL" clId="{5870F5A8-DC85-4796-98C2-B4F0B87EDDDE}" dt="2025-10-01T18:55:04.485" v="3628" actId="1037"/>
          <ac:grpSpMkLst>
            <pc:docMk/>
            <pc:sldMk cId="2324421556" sldId="292"/>
            <ac:grpSpMk id="196" creationId="{8E4574AC-DD95-4C10-8F3C-CDFE8CE8D637}"/>
          </ac:grpSpMkLst>
        </pc:grpChg>
        <pc:grpChg chg="mod">
          <ac:chgData name="Kathleen Georjahna Salazar Serna" userId="ae11ef47-7b3f-4666-9f4d-d0225b013519" providerId="ADAL" clId="{5870F5A8-DC85-4796-98C2-B4F0B87EDDDE}" dt="2025-10-01T18:55:10.538" v="3630" actId="1076"/>
          <ac:grpSpMkLst>
            <pc:docMk/>
            <pc:sldMk cId="2324421556" sldId="292"/>
            <ac:grpSpMk id="199" creationId="{ED742C60-FC5F-48D0-AC18-47C9B36AAE8E}"/>
          </ac:grpSpMkLst>
        </pc:grpChg>
        <pc:grpChg chg="mod">
          <ac:chgData name="Kathleen Georjahna Salazar Serna" userId="ae11ef47-7b3f-4666-9f4d-d0225b013519" providerId="ADAL" clId="{5870F5A8-DC85-4796-98C2-B4F0B87EDDDE}" dt="2025-10-01T18:55:04.485" v="3628" actId="1037"/>
          <ac:grpSpMkLst>
            <pc:docMk/>
            <pc:sldMk cId="2324421556" sldId="292"/>
            <ac:grpSpMk id="203" creationId="{395EEA15-FF78-4A42-A4CC-A23B1515CBBD}"/>
          </ac:grpSpMkLst>
        </pc:grpChg>
        <pc:grpChg chg="mod">
          <ac:chgData name="Kathleen Georjahna Salazar Serna" userId="ae11ef47-7b3f-4666-9f4d-d0225b013519" providerId="ADAL" clId="{5870F5A8-DC85-4796-98C2-B4F0B87EDDDE}" dt="2025-10-01T18:53:13.876" v="3578" actId="1037"/>
          <ac:grpSpMkLst>
            <pc:docMk/>
            <pc:sldMk cId="2324421556" sldId="292"/>
            <ac:grpSpMk id="219" creationId="{3E8B383A-4258-4135-B940-05F8DFA403C1}"/>
          </ac:grpSpMkLst>
        </pc:grpChg>
        <pc:grpChg chg="mod">
          <ac:chgData name="Kathleen Georjahna Salazar Serna" userId="ae11ef47-7b3f-4666-9f4d-d0225b013519" providerId="ADAL" clId="{5870F5A8-DC85-4796-98C2-B4F0B87EDDDE}" dt="2025-10-01T18:53:23.883" v="3604" actId="1036"/>
          <ac:grpSpMkLst>
            <pc:docMk/>
            <pc:sldMk cId="2324421556" sldId="292"/>
            <ac:grpSpMk id="222" creationId="{AA81F66C-AA5A-4A74-B8F6-633B4EACBEDF}"/>
          </ac:grpSpMkLst>
        </pc:grpChg>
        <pc:grpChg chg="mod">
          <ac:chgData name="Kathleen Georjahna Salazar Serna" userId="ae11ef47-7b3f-4666-9f4d-d0225b013519" providerId="ADAL" clId="{5870F5A8-DC85-4796-98C2-B4F0B87EDDDE}" dt="2025-10-01T18:53:17.258" v="3596" actId="1037"/>
          <ac:grpSpMkLst>
            <pc:docMk/>
            <pc:sldMk cId="2324421556" sldId="292"/>
            <ac:grpSpMk id="225" creationId="{751535CD-164E-483D-B280-DC91A6AD1E95}"/>
          </ac:grpSpMkLst>
        </pc:grpChg>
        <pc:grpChg chg="mod">
          <ac:chgData name="Kathleen Georjahna Salazar Serna" userId="ae11ef47-7b3f-4666-9f4d-d0225b013519" providerId="ADAL" clId="{5870F5A8-DC85-4796-98C2-B4F0B87EDDDE}" dt="2025-10-01T18:52:59.508" v="3566" actId="1076"/>
          <ac:grpSpMkLst>
            <pc:docMk/>
            <pc:sldMk cId="2324421556" sldId="292"/>
            <ac:grpSpMk id="230" creationId="{34E5226C-4DDB-42C6-ABB0-B7C881477968}"/>
          </ac:grpSpMkLst>
        </pc:grpChg>
        <pc:grpChg chg="mod">
          <ac:chgData name="Kathleen Georjahna Salazar Serna" userId="ae11ef47-7b3f-4666-9f4d-d0225b013519" providerId="ADAL" clId="{5870F5A8-DC85-4796-98C2-B4F0B87EDDDE}" dt="2025-10-01T18:53:08.692" v="3569" actId="1076"/>
          <ac:grpSpMkLst>
            <pc:docMk/>
            <pc:sldMk cId="2324421556" sldId="292"/>
            <ac:grpSpMk id="235" creationId="{7ECC0F74-397F-485E-867A-1741DBF82970}"/>
          </ac:grpSpMkLst>
        </pc:grpChg>
        <pc:grpChg chg="add del mod">
          <ac:chgData name="Kathleen Georjahna Salazar Serna" userId="ae11ef47-7b3f-4666-9f4d-d0225b013519" providerId="ADAL" clId="{5870F5A8-DC85-4796-98C2-B4F0B87EDDDE}" dt="2025-10-01T18:53:18.851" v="3603" actId="1037"/>
          <ac:grpSpMkLst>
            <pc:docMk/>
            <pc:sldMk cId="2324421556" sldId="292"/>
            <ac:grpSpMk id="241" creationId="{AC23CE20-53A8-42A0-8F97-9216DC5E891E}"/>
          </ac:grpSpMkLst>
        </pc:grpChg>
        <pc:grpChg chg="del mod">
          <ac:chgData name="Kathleen Georjahna Salazar Serna" userId="ae11ef47-7b3f-4666-9f4d-d0225b013519" providerId="ADAL" clId="{5870F5A8-DC85-4796-98C2-B4F0B87EDDDE}" dt="2025-10-01T18:54:42.371" v="3609" actId="478"/>
          <ac:grpSpMkLst>
            <pc:docMk/>
            <pc:sldMk cId="2324421556" sldId="292"/>
            <ac:grpSpMk id="244" creationId="{26E4FE98-AF63-422B-8F7C-1A6B5AAFD420}"/>
          </ac:grpSpMkLst>
        </pc:grpChg>
        <pc:grpChg chg="topLvl">
          <ac:chgData name="Kathleen Georjahna Salazar Serna" userId="ae11ef47-7b3f-4666-9f4d-d0225b013519" providerId="ADAL" clId="{5870F5A8-DC85-4796-98C2-B4F0B87EDDDE}" dt="2025-10-01T18:54:42.371" v="3609" actId="478"/>
          <ac:grpSpMkLst>
            <pc:docMk/>
            <pc:sldMk cId="2324421556" sldId="292"/>
            <ac:grpSpMk id="245" creationId="{104844B5-B799-495F-ADD4-7A3D01ED2C8C}"/>
          </ac:grpSpMkLst>
        </pc:grpChg>
        <pc:grpChg chg="del mod">
          <ac:chgData name="Kathleen Georjahna Salazar Serna" userId="ae11ef47-7b3f-4666-9f4d-d0225b013519" providerId="ADAL" clId="{5870F5A8-DC85-4796-98C2-B4F0B87EDDDE}" dt="2025-10-01T18:54:54.744" v="3615" actId="478"/>
          <ac:grpSpMkLst>
            <pc:docMk/>
            <pc:sldMk cId="2324421556" sldId="292"/>
            <ac:grpSpMk id="249" creationId="{D701671F-AE59-4FAE-9D97-5B2981240632}"/>
          </ac:grpSpMkLst>
        </pc:grpChg>
        <pc:grpChg chg="del mod">
          <ac:chgData name="Kathleen Georjahna Salazar Serna" userId="ae11ef47-7b3f-4666-9f4d-d0225b013519" providerId="ADAL" clId="{5870F5A8-DC85-4796-98C2-B4F0B87EDDDE}" dt="2025-10-01T18:54:53.123" v="3614" actId="478"/>
          <ac:grpSpMkLst>
            <pc:docMk/>
            <pc:sldMk cId="2324421556" sldId="292"/>
            <ac:grpSpMk id="252" creationId="{9F642AD7-86F4-4350-A66B-EE471BE07C85}"/>
          </ac:grpSpMkLst>
        </pc:grpChg>
        <pc:grpChg chg="mod">
          <ac:chgData name="Kathleen Georjahna Salazar Serna" userId="ae11ef47-7b3f-4666-9f4d-d0225b013519" providerId="ADAL" clId="{5870F5A8-DC85-4796-98C2-B4F0B87EDDDE}" dt="2025-10-01T18:52:23.525" v="3561" actId="1076"/>
          <ac:grpSpMkLst>
            <pc:docMk/>
            <pc:sldMk cId="2324421556" sldId="292"/>
            <ac:grpSpMk id="255" creationId="{880C2E34-3988-4F83-BE8B-D02ECAB72651}"/>
          </ac:grpSpMkLst>
        </pc:grpChg>
        <pc:grpChg chg="mod">
          <ac:chgData name="Kathleen Georjahna Salazar Serna" userId="ae11ef47-7b3f-4666-9f4d-d0225b013519" providerId="ADAL" clId="{5870F5A8-DC85-4796-98C2-B4F0B87EDDDE}" dt="2025-10-01T18:53:28.617" v="3608" actId="1035"/>
          <ac:grpSpMkLst>
            <pc:docMk/>
            <pc:sldMk cId="2324421556" sldId="292"/>
            <ac:grpSpMk id="258" creationId="{AAB78740-C9F2-45EE-8C0F-3DC27C0FDB21}"/>
          </ac:grpSpMkLst>
        </pc:grpChg>
        <pc:picChg chg="mod">
          <ac:chgData name="Kathleen Georjahna Salazar Serna" userId="ae11ef47-7b3f-4666-9f4d-d0225b013519" providerId="ADAL" clId="{5870F5A8-DC85-4796-98C2-B4F0B87EDDDE}" dt="2025-10-01T18:55:04.485" v="3628" actId="1037"/>
          <ac:picMkLst>
            <pc:docMk/>
            <pc:sldMk cId="2324421556" sldId="292"/>
            <ac:picMk id="208" creationId="{D35FC1AC-C9EE-4078-9179-8045E429BBE9}"/>
          </ac:picMkLst>
        </pc:picChg>
        <pc:picChg chg="mod">
          <ac:chgData name="Kathleen Georjahna Salazar Serna" userId="ae11ef47-7b3f-4666-9f4d-d0225b013519" providerId="ADAL" clId="{5870F5A8-DC85-4796-98C2-B4F0B87EDDDE}" dt="2025-10-01T18:55:04.485" v="3628" actId="1037"/>
          <ac:picMkLst>
            <pc:docMk/>
            <pc:sldMk cId="2324421556" sldId="292"/>
            <ac:picMk id="211" creationId="{05701E71-8DCB-4556-9DCC-49E1E6F36B3B}"/>
          </ac:picMkLst>
        </pc:picChg>
        <pc:picChg chg="topLvl">
          <ac:chgData name="Kathleen Georjahna Salazar Serna" userId="ae11ef47-7b3f-4666-9f4d-d0225b013519" providerId="ADAL" clId="{5870F5A8-DC85-4796-98C2-B4F0B87EDDDE}" dt="2025-10-01T18:54:54.744" v="3615" actId="478"/>
          <ac:picMkLst>
            <pc:docMk/>
            <pc:sldMk cId="2324421556" sldId="292"/>
            <ac:picMk id="250" creationId="{D4E15993-F7CF-466B-A09B-4F879563BF92}"/>
          </ac:picMkLst>
        </pc:picChg>
        <pc:picChg chg="topLvl">
          <ac:chgData name="Kathleen Georjahna Salazar Serna" userId="ae11ef47-7b3f-4666-9f4d-d0225b013519" providerId="ADAL" clId="{5870F5A8-DC85-4796-98C2-B4F0B87EDDDE}" dt="2025-10-01T18:54:53.123" v="3614" actId="478"/>
          <ac:picMkLst>
            <pc:docMk/>
            <pc:sldMk cId="2324421556" sldId="292"/>
            <ac:picMk id="253" creationId="{5857B862-4B77-4527-884A-CB0698E0A456}"/>
          </ac:picMkLst>
        </pc:picChg>
      </pc:sldChg>
      <pc:sldChg chg="addSp modSp">
        <pc:chgData name="Kathleen Georjahna Salazar Serna" userId="ae11ef47-7b3f-4666-9f4d-d0225b013519" providerId="ADAL" clId="{5870F5A8-DC85-4796-98C2-B4F0B87EDDDE}" dt="2025-10-01T03:21:10.536" v="1647" actId="20577"/>
        <pc:sldMkLst>
          <pc:docMk/>
          <pc:sldMk cId="742857791" sldId="293"/>
        </pc:sldMkLst>
        <pc:spChg chg="add mod">
          <ac:chgData name="Kathleen Georjahna Salazar Serna" userId="ae11ef47-7b3f-4666-9f4d-d0225b013519" providerId="ADAL" clId="{5870F5A8-DC85-4796-98C2-B4F0B87EDDDE}" dt="2025-10-01T03:21:10.536" v="1647" actId="20577"/>
          <ac:spMkLst>
            <pc:docMk/>
            <pc:sldMk cId="742857791" sldId="293"/>
            <ac:spMk id="2" creationId="{AB5D6E4C-5FC8-4DD5-BFD3-DA131685E76B}"/>
          </ac:spMkLst>
        </pc:spChg>
        <pc:spChg chg="add mod">
          <ac:chgData name="Kathleen Georjahna Salazar Serna" userId="ae11ef47-7b3f-4666-9f4d-d0225b013519" providerId="ADAL" clId="{5870F5A8-DC85-4796-98C2-B4F0B87EDDDE}" dt="2025-10-01T03:20:52.139" v="1641" actId="403"/>
          <ac:spMkLst>
            <pc:docMk/>
            <pc:sldMk cId="742857791" sldId="293"/>
            <ac:spMk id="4" creationId="{8B26FE31-7322-44E3-91D7-B4A4E4BBD364}"/>
          </ac:spMkLst>
        </pc:spChg>
      </pc:sldChg>
      <pc:sldChg chg="addSp modSp add">
        <pc:chgData name="Kathleen Georjahna Salazar Serna" userId="ae11ef47-7b3f-4666-9f4d-d0225b013519" providerId="ADAL" clId="{5870F5A8-DC85-4796-98C2-B4F0B87EDDDE}" dt="2025-10-01T18:50:03.363" v="3549" actId="1076"/>
        <pc:sldMkLst>
          <pc:docMk/>
          <pc:sldMk cId="2654591459" sldId="295"/>
        </pc:sldMkLst>
        <pc:spChg chg="add mod">
          <ac:chgData name="Kathleen Georjahna Salazar Serna" userId="ae11ef47-7b3f-4666-9f4d-d0225b013519" providerId="ADAL" clId="{5870F5A8-DC85-4796-98C2-B4F0B87EDDDE}" dt="2025-10-01T18:48:14.888" v="3528" actId="113"/>
          <ac:spMkLst>
            <pc:docMk/>
            <pc:sldMk cId="2654591459" sldId="295"/>
            <ac:spMk id="93" creationId="{49809F08-6688-489C-8D41-3434C00B67CA}"/>
          </ac:spMkLst>
        </pc:spChg>
        <pc:spChg chg="mod">
          <ac:chgData name="Kathleen Georjahna Salazar Serna" userId="ae11ef47-7b3f-4666-9f4d-d0225b013519" providerId="ADAL" clId="{5870F5A8-DC85-4796-98C2-B4F0B87EDDDE}" dt="2025-10-01T18:49:16.111" v="3535" actId="1076"/>
          <ac:spMkLst>
            <pc:docMk/>
            <pc:sldMk cId="2654591459" sldId="295"/>
            <ac:spMk id="172" creationId="{A83EAEC1-393E-4524-A5B3-0E6764EDF97D}"/>
          </ac:spMkLst>
        </pc:spChg>
        <pc:grpChg chg="mod">
          <ac:chgData name="Kathleen Georjahna Salazar Serna" userId="ae11ef47-7b3f-4666-9f4d-d0225b013519" providerId="ADAL" clId="{5870F5A8-DC85-4796-98C2-B4F0B87EDDDE}" dt="2025-10-01T18:49:54.116" v="3546" actId="1076"/>
          <ac:grpSpMkLst>
            <pc:docMk/>
            <pc:sldMk cId="2654591459" sldId="295"/>
            <ac:grpSpMk id="129" creationId="{DD4905FA-B6B3-4B40-B91B-4AD805A0F8D0}"/>
          </ac:grpSpMkLst>
        </pc:grpChg>
        <pc:grpChg chg="mod">
          <ac:chgData name="Kathleen Georjahna Salazar Serna" userId="ae11ef47-7b3f-4666-9f4d-d0225b013519" providerId="ADAL" clId="{5870F5A8-DC85-4796-98C2-B4F0B87EDDDE}" dt="2025-10-01T18:49:58.280" v="3548" actId="1076"/>
          <ac:grpSpMkLst>
            <pc:docMk/>
            <pc:sldMk cId="2654591459" sldId="295"/>
            <ac:grpSpMk id="132" creationId="{CB170268-B7CD-4391-9A86-D2D1839D0877}"/>
          </ac:grpSpMkLst>
        </pc:grpChg>
        <pc:grpChg chg="mod">
          <ac:chgData name="Kathleen Georjahna Salazar Serna" userId="ae11ef47-7b3f-4666-9f4d-d0225b013519" providerId="ADAL" clId="{5870F5A8-DC85-4796-98C2-B4F0B87EDDDE}" dt="2025-10-01T18:49:45.750" v="3543" actId="1076"/>
          <ac:grpSpMkLst>
            <pc:docMk/>
            <pc:sldMk cId="2654591459" sldId="295"/>
            <ac:grpSpMk id="137" creationId="{9675F1F5-E424-4C96-BCBE-D7B772F36D88}"/>
          </ac:grpSpMkLst>
        </pc:grpChg>
        <pc:grpChg chg="mod">
          <ac:chgData name="Kathleen Georjahna Salazar Serna" userId="ae11ef47-7b3f-4666-9f4d-d0225b013519" providerId="ADAL" clId="{5870F5A8-DC85-4796-98C2-B4F0B87EDDDE}" dt="2025-10-01T18:49:41.486" v="3541" actId="1076"/>
          <ac:grpSpMkLst>
            <pc:docMk/>
            <pc:sldMk cId="2654591459" sldId="295"/>
            <ac:grpSpMk id="142" creationId="{2562BC29-1096-4F84-8039-7932FDDA9824}"/>
          </ac:grpSpMkLst>
        </pc:grpChg>
        <pc:grpChg chg="mod">
          <ac:chgData name="Kathleen Georjahna Salazar Serna" userId="ae11ef47-7b3f-4666-9f4d-d0225b013519" providerId="ADAL" clId="{5870F5A8-DC85-4796-98C2-B4F0B87EDDDE}" dt="2025-10-01T18:49:36.762" v="3539" actId="1076"/>
          <ac:grpSpMkLst>
            <pc:docMk/>
            <pc:sldMk cId="2654591459" sldId="295"/>
            <ac:grpSpMk id="145" creationId="{9CDF58DC-0F61-4A88-8145-B68BC64ED8BD}"/>
          </ac:grpSpMkLst>
        </pc:grpChg>
        <pc:grpChg chg="mod">
          <ac:chgData name="Kathleen Georjahna Salazar Serna" userId="ae11ef47-7b3f-4666-9f4d-d0225b013519" providerId="ADAL" clId="{5870F5A8-DC85-4796-98C2-B4F0B87EDDDE}" dt="2025-10-01T18:49:51.529" v="3545" actId="1076"/>
          <ac:grpSpMkLst>
            <pc:docMk/>
            <pc:sldMk cId="2654591459" sldId="295"/>
            <ac:grpSpMk id="148" creationId="{4CB31824-814F-4738-BBB3-EE6A5C8F38E0}"/>
          </ac:grpSpMkLst>
        </pc:grpChg>
        <pc:grpChg chg="mod">
          <ac:chgData name="Kathleen Georjahna Salazar Serna" userId="ae11ef47-7b3f-4666-9f4d-d0225b013519" providerId="ADAL" clId="{5870F5A8-DC85-4796-98C2-B4F0B87EDDDE}" dt="2025-10-01T18:49:48.939" v="3544" actId="1076"/>
          <ac:grpSpMkLst>
            <pc:docMk/>
            <pc:sldMk cId="2654591459" sldId="295"/>
            <ac:grpSpMk id="151" creationId="{41E592CD-8498-475A-8481-CCC6C5C4E1F9}"/>
          </ac:grpSpMkLst>
        </pc:grpChg>
        <pc:grpChg chg="mod">
          <ac:chgData name="Kathleen Georjahna Salazar Serna" userId="ae11ef47-7b3f-4666-9f4d-d0225b013519" providerId="ADAL" clId="{5870F5A8-DC85-4796-98C2-B4F0B87EDDDE}" dt="2025-10-01T18:50:03.363" v="3549" actId="1076"/>
          <ac:grpSpMkLst>
            <pc:docMk/>
            <pc:sldMk cId="2654591459" sldId="295"/>
            <ac:grpSpMk id="157" creationId="{3006AF4B-4A51-483C-9482-9573D2C3BF52}"/>
          </ac:grpSpMkLst>
        </pc:grpChg>
        <pc:grpChg chg="mod">
          <ac:chgData name="Kathleen Georjahna Salazar Serna" userId="ae11ef47-7b3f-4666-9f4d-d0225b013519" providerId="ADAL" clId="{5870F5A8-DC85-4796-98C2-B4F0B87EDDDE}" dt="2025-10-01T18:49:29.742" v="3537" actId="1076"/>
          <ac:grpSpMkLst>
            <pc:docMk/>
            <pc:sldMk cId="2654591459" sldId="295"/>
            <ac:grpSpMk id="168" creationId="{1078B7A2-FFA3-455A-BFFD-CF1797225E0C}"/>
          </ac:grpSpMkLst>
        </pc:grpChg>
      </pc:sldChg>
      <pc:sldChg chg="add modNotesTx">
        <pc:chgData name="Kathleen Georjahna Salazar Serna" userId="ae11ef47-7b3f-4666-9f4d-d0225b013519" providerId="ADAL" clId="{5870F5A8-DC85-4796-98C2-B4F0B87EDDDE}" dt="2025-10-01T11:10:36.269" v="2755" actId="20577"/>
        <pc:sldMkLst>
          <pc:docMk/>
          <pc:sldMk cId="1352514084" sldId="296"/>
        </pc:sldMkLst>
      </pc:sldChg>
      <pc:sldChg chg="add">
        <pc:chgData name="Kathleen Georjahna Salazar Serna" userId="ae11ef47-7b3f-4666-9f4d-d0225b013519" providerId="ADAL" clId="{5870F5A8-DC85-4796-98C2-B4F0B87EDDDE}" dt="2025-10-01T11:04:50.752" v="2643"/>
        <pc:sldMkLst>
          <pc:docMk/>
          <pc:sldMk cId="605525662" sldId="297"/>
        </pc:sldMkLst>
      </pc:sldChg>
      <pc:sldChg chg="addSp delSp modSp add setBg">
        <pc:chgData name="Kathleen Georjahna Salazar Serna" userId="ae11ef47-7b3f-4666-9f4d-d0225b013519" providerId="ADAL" clId="{5870F5A8-DC85-4796-98C2-B4F0B87EDDDE}" dt="2025-10-01T19:03:43.811" v="3635" actId="313"/>
        <pc:sldMkLst>
          <pc:docMk/>
          <pc:sldMk cId="3164929928" sldId="300"/>
        </pc:sldMkLst>
        <pc:spChg chg="add mod">
          <ac:chgData name="Kathleen Georjahna Salazar Serna" userId="ae11ef47-7b3f-4666-9f4d-d0225b013519" providerId="ADAL" clId="{5870F5A8-DC85-4796-98C2-B4F0B87EDDDE}" dt="2025-10-01T03:01:19.028" v="1177" actId="1076"/>
          <ac:spMkLst>
            <pc:docMk/>
            <pc:sldMk cId="3164929928" sldId="300"/>
            <ac:spMk id="2" creationId="{8E910FC5-BF49-4318-A355-C104A199280A}"/>
          </ac:spMkLst>
        </pc:spChg>
        <pc:spChg chg="del mod">
          <ac:chgData name="Kathleen Georjahna Salazar Serna" userId="ae11ef47-7b3f-4666-9f4d-d0225b013519" providerId="ADAL" clId="{5870F5A8-DC85-4796-98C2-B4F0B87EDDDE}" dt="2025-10-01T03:00:54.248" v="1171" actId="478"/>
          <ac:spMkLst>
            <pc:docMk/>
            <pc:sldMk cId="3164929928" sldId="300"/>
            <ac:spMk id="3" creationId="{F361C013-CA44-40B9-9F7C-0380122F4240}"/>
          </ac:spMkLst>
        </pc:spChg>
        <pc:spChg chg="mod">
          <ac:chgData name="Kathleen Georjahna Salazar Serna" userId="ae11ef47-7b3f-4666-9f4d-d0225b013519" providerId="ADAL" clId="{5870F5A8-DC85-4796-98C2-B4F0B87EDDDE}" dt="2025-10-01T03:02:14.324" v="1218" actId="1035"/>
          <ac:spMkLst>
            <pc:docMk/>
            <pc:sldMk cId="3164929928" sldId="300"/>
            <ac:spMk id="5" creationId="{F669E4C9-8C8A-45EF-B152-25F22EB41163}"/>
          </ac:spMkLst>
        </pc:spChg>
        <pc:spChg chg="add mod">
          <ac:chgData name="Kathleen Georjahna Salazar Serna" userId="ae11ef47-7b3f-4666-9f4d-d0225b013519" providerId="ADAL" clId="{5870F5A8-DC85-4796-98C2-B4F0B87EDDDE}" dt="2025-10-01T03:01:45.987" v="1186" actId="1076"/>
          <ac:spMkLst>
            <pc:docMk/>
            <pc:sldMk cId="3164929928" sldId="300"/>
            <ac:spMk id="6" creationId="{B5E77C98-3DB5-43D1-A627-C639BEB0ADC1}"/>
          </ac:spMkLst>
        </pc:spChg>
        <pc:spChg chg="add mod">
          <ac:chgData name="Kathleen Georjahna Salazar Serna" userId="ae11ef47-7b3f-4666-9f4d-d0225b013519" providerId="ADAL" clId="{5870F5A8-DC85-4796-98C2-B4F0B87EDDDE}" dt="2025-10-01T03:01:59.299" v="1189" actId="1076"/>
          <ac:spMkLst>
            <pc:docMk/>
            <pc:sldMk cId="3164929928" sldId="300"/>
            <ac:spMk id="7" creationId="{6094C792-E869-4611-8AB9-792733BBA1C0}"/>
          </ac:spMkLst>
        </pc:spChg>
        <pc:spChg chg="add del">
          <ac:chgData name="Kathleen Georjahna Salazar Serna" userId="ae11ef47-7b3f-4666-9f4d-d0225b013519" providerId="ADAL" clId="{5870F5A8-DC85-4796-98C2-B4F0B87EDDDE}" dt="2025-10-01T02:56:45.480" v="1077"/>
          <ac:spMkLst>
            <pc:docMk/>
            <pc:sldMk cId="3164929928" sldId="300"/>
            <ac:spMk id="8" creationId="{18F2C767-8A92-439C-95D1-E1E23F8F6D0D}"/>
          </ac:spMkLst>
        </pc:spChg>
        <pc:spChg chg="add del mod">
          <ac:chgData name="Kathleen Georjahna Salazar Serna" userId="ae11ef47-7b3f-4666-9f4d-d0225b013519" providerId="ADAL" clId="{5870F5A8-DC85-4796-98C2-B4F0B87EDDDE}" dt="2025-10-01T02:58:50.615" v="1082" actId="478"/>
          <ac:spMkLst>
            <pc:docMk/>
            <pc:sldMk cId="3164929928" sldId="300"/>
            <ac:spMk id="9" creationId="{BFC1863B-53B5-47FF-9378-E11539EF9CDE}"/>
          </ac:spMkLst>
        </pc:spChg>
        <pc:spChg chg="add mod">
          <ac:chgData name="Kathleen Georjahna Salazar Serna" userId="ae11ef47-7b3f-4666-9f4d-d0225b013519" providerId="ADAL" clId="{5870F5A8-DC85-4796-98C2-B4F0B87EDDDE}" dt="2025-10-01T19:03:43.811" v="3635" actId="313"/>
          <ac:spMkLst>
            <pc:docMk/>
            <pc:sldMk cId="3164929928" sldId="300"/>
            <ac:spMk id="10" creationId="{05C4BC3F-1882-413D-ACD9-2206D0AAF737}"/>
          </ac:spMkLst>
        </pc:spChg>
        <pc:spChg chg="add del mod">
          <ac:chgData name="Kathleen Georjahna Salazar Serna" userId="ae11ef47-7b3f-4666-9f4d-d0225b013519" providerId="ADAL" clId="{5870F5A8-DC85-4796-98C2-B4F0B87EDDDE}" dt="2025-10-01T03:00:56.861" v="1172" actId="478"/>
          <ac:spMkLst>
            <pc:docMk/>
            <pc:sldMk cId="3164929928" sldId="300"/>
            <ac:spMk id="12" creationId="{C6BE47C5-0626-477D-A145-8AA67D1E1655}"/>
          </ac:spMkLst>
        </pc:spChg>
      </pc:sldChg>
      <pc:sldChg chg="addSp delSp modSp add">
        <pc:chgData name="Kathleen Georjahna Salazar Serna" userId="ae11ef47-7b3f-4666-9f4d-d0225b013519" providerId="ADAL" clId="{5870F5A8-DC85-4796-98C2-B4F0B87EDDDE}" dt="2025-10-01T16:33:10.347" v="3439" actId="113"/>
        <pc:sldMkLst>
          <pc:docMk/>
          <pc:sldMk cId="3153356377" sldId="301"/>
        </pc:sldMkLst>
        <pc:spChg chg="mod">
          <ac:chgData name="Kathleen Georjahna Salazar Serna" userId="ae11ef47-7b3f-4666-9f4d-d0225b013519" providerId="ADAL" clId="{5870F5A8-DC85-4796-98C2-B4F0B87EDDDE}" dt="2025-10-01T02:38:34.552" v="911" actId="20577"/>
          <ac:spMkLst>
            <pc:docMk/>
            <pc:sldMk cId="3153356377" sldId="301"/>
            <ac:spMk id="4" creationId="{2EAF0C93-1DF7-D8C4-1850-CC1FDBA378B7}"/>
          </ac:spMkLst>
        </pc:spChg>
        <pc:spChg chg="mod">
          <ac:chgData name="Kathleen Georjahna Salazar Serna" userId="ae11ef47-7b3f-4666-9f4d-d0225b013519" providerId="ADAL" clId="{5870F5A8-DC85-4796-98C2-B4F0B87EDDDE}" dt="2025-10-01T02:46:26.530" v="1005" actId="113"/>
          <ac:spMkLst>
            <pc:docMk/>
            <pc:sldMk cId="3153356377" sldId="301"/>
            <ac:spMk id="5" creationId="{FC7903C0-7DF9-C07C-AC81-24CEC1847C11}"/>
          </ac:spMkLst>
        </pc:spChg>
        <pc:spChg chg="mod">
          <ac:chgData name="Kathleen Georjahna Salazar Serna" userId="ae11ef47-7b3f-4666-9f4d-d0225b013519" providerId="ADAL" clId="{5870F5A8-DC85-4796-98C2-B4F0B87EDDDE}" dt="2025-10-01T03:05:48.964" v="1424" actId="20577"/>
          <ac:spMkLst>
            <pc:docMk/>
            <pc:sldMk cId="3153356377" sldId="301"/>
            <ac:spMk id="11" creationId="{97C9935D-A77C-7FDD-8384-8198D850FFA7}"/>
          </ac:spMkLst>
        </pc:spChg>
        <pc:spChg chg="mod">
          <ac:chgData name="Kathleen Georjahna Salazar Serna" userId="ae11ef47-7b3f-4666-9f4d-d0225b013519" providerId="ADAL" clId="{5870F5A8-DC85-4796-98C2-B4F0B87EDDDE}" dt="2025-10-01T16:33:10.347" v="3439" actId="113"/>
          <ac:spMkLst>
            <pc:docMk/>
            <pc:sldMk cId="3153356377" sldId="301"/>
            <ac:spMk id="14" creationId="{787BA150-2310-1099-3DAA-D830A9463730}"/>
          </ac:spMkLst>
        </pc:spChg>
        <pc:spChg chg="mod">
          <ac:chgData name="Kathleen Georjahna Salazar Serna" userId="ae11ef47-7b3f-4666-9f4d-d0225b013519" providerId="ADAL" clId="{5870F5A8-DC85-4796-98C2-B4F0B87EDDDE}" dt="2025-10-01T03:06:34.237" v="1443" actId="20577"/>
          <ac:spMkLst>
            <pc:docMk/>
            <pc:sldMk cId="3153356377" sldId="301"/>
            <ac:spMk id="15" creationId="{B5843F88-2DB4-3F44-1064-266BB0F5E4D7}"/>
          </ac:spMkLst>
        </pc:spChg>
        <pc:spChg chg="mod">
          <ac:chgData name="Kathleen Georjahna Salazar Serna" userId="ae11ef47-7b3f-4666-9f4d-d0225b013519" providerId="ADAL" clId="{5870F5A8-DC85-4796-98C2-B4F0B87EDDDE}" dt="2025-10-01T11:03:32.769" v="2635" actId="20577"/>
          <ac:spMkLst>
            <pc:docMk/>
            <pc:sldMk cId="3153356377" sldId="301"/>
            <ac:spMk id="18" creationId="{16AA835E-A12F-504E-74F6-9FC909FC23FB}"/>
          </ac:spMkLst>
        </pc:spChg>
        <pc:picChg chg="add mod">
          <ac:chgData name="Kathleen Georjahna Salazar Serna" userId="ae11ef47-7b3f-4666-9f4d-d0225b013519" providerId="ADAL" clId="{5870F5A8-DC85-4796-98C2-B4F0B87EDDDE}" dt="2025-10-01T02:35:20.513" v="878" actId="1035"/>
          <ac:picMkLst>
            <pc:docMk/>
            <pc:sldMk cId="3153356377" sldId="301"/>
            <ac:picMk id="6" creationId="{47086686-C0B4-43D0-ADA0-107AEDD45C10}"/>
          </ac:picMkLst>
        </pc:picChg>
        <pc:picChg chg="del">
          <ac:chgData name="Kathleen Georjahna Salazar Serna" userId="ae11ef47-7b3f-4666-9f4d-d0225b013519" providerId="ADAL" clId="{5870F5A8-DC85-4796-98C2-B4F0B87EDDDE}" dt="2025-10-01T02:35:01.653" v="856" actId="478"/>
          <ac:picMkLst>
            <pc:docMk/>
            <pc:sldMk cId="3153356377" sldId="301"/>
            <ac:picMk id="10" creationId="{FE4F38C2-CADB-4E1F-B093-EBCE056C7A3D}"/>
          </ac:picMkLst>
        </pc:picChg>
        <pc:picChg chg="add">
          <ac:chgData name="Kathleen Georjahna Salazar Serna" userId="ae11ef47-7b3f-4666-9f4d-d0225b013519" providerId="ADAL" clId="{5870F5A8-DC85-4796-98C2-B4F0B87EDDDE}" dt="2025-10-01T11:03:21.924" v="2633"/>
          <ac:picMkLst>
            <pc:docMk/>
            <pc:sldMk cId="3153356377" sldId="301"/>
            <ac:picMk id="20" creationId="{A397CF69-DC48-4B7E-B3F2-CDC5AB33991E}"/>
          </ac:picMkLst>
        </pc:picChg>
        <pc:picChg chg="mod">
          <ac:chgData name="Kathleen Georjahna Salazar Serna" userId="ae11ef47-7b3f-4666-9f4d-d0225b013519" providerId="ADAL" clId="{5870F5A8-DC85-4796-98C2-B4F0B87EDDDE}" dt="2025-10-01T03:05:35.151" v="1374" actId="1035"/>
          <ac:picMkLst>
            <pc:docMk/>
            <pc:sldMk cId="3153356377" sldId="301"/>
            <ac:picMk id="31" creationId="{76107FEE-B846-804A-A843-0E87454C72D2}"/>
          </ac:picMkLst>
        </pc:picChg>
        <pc:picChg chg="del">
          <ac:chgData name="Kathleen Georjahna Salazar Serna" userId="ae11ef47-7b3f-4666-9f4d-d0225b013519" providerId="ADAL" clId="{5870F5A8-DC85-4796-98C2-B4F0B87EDDDE}" dt="2025-10-01T11:02:30.223" v="2627" actId="478"/>
          <ac:picMkLst>
            <pc:docMk/>
            <pc:sldMk cId="3153356377" sldId="301"/>
            <ac:picMk id="33" creationId="{94046185-38CE-B8FA-47D2-45E0AD57A982}"/>
          </ac:picMkLst>
        </pc:picChg>
      </pc:sldChg>
      <pc:sldChg chg="delSp modSp add">
        <pc:chgData name="Kathleen Georjahna Salazar Serna" userId="ae11ef47-7b3f-4666-9f4d-d0225b013519" providerId="ADAL" clId="{5870F5A8-DC85-4796-98C2-B4F0B87EDDDE}" dt="2025-10-01T16:32:44.079" v="3438" actId="1076"/>
        <pc:sldMkLst>
          <pc:docMk/>
          <pc:sldMk cId="3947712745" sldId="302"/>
        </pc:sldMkLst>
        <pc:spChg chg="mod">
          <ac:chgData name="Kathleen Georjahna Salazar Serna" userId="ae11ef47-7b3f-4666-9f4d-d0225b013519" providerId="ADAL" clId="{5870F5A8-DC85-4796-98C2-B4F0B87EDDDE}" dt="2025-10-01T16:32:44.079" v="3438" actId="1076"/>
          <ac:spMkLst>
            <pc:docMk/>
            <pc:sldMk cId="3947712745" sldId="302"/>
            <ac:spMk id="2" creationId="{8E910FC5-BF49-4318-A355-C104A199280A}"/>
          </ac:spMkLst>
        </pc:spChg>
        <pc:spChg chg="mod">
          <ac:chgData name="Kathleen Georjahna Salazar Serna" userId="ae11ef47-7b3f-4666-9f4d-d0225b013519" providerId="ADAL" clId="{5870F5A8-DC85-4796-98C2-B4F0B87EDDDE}" dt="2025-10-01T03:02:21.402" v="1226" actId="20577"/>
          <ac:spMkLst>
            <pc:docMk/>
            <pc:sldMk cId="3947712745" sldId="302"/>
            <ac:spMk id="5" creationId="{F669E4C9-8C8A-45EF-B152-25F22EB41163}"/>
          </ac:spMkLst>
        </pc:spChg>
        <pc:spChg chg="del">
          <ac:chgData name="Kathleen Georjahna Salazar Serna" userId="ae11ef47-7b3f-4666-9f4d-d0225b013519" providerId="ADAL" clId="{5870F5A8-DC85-4796-98C2-B4F0B87EDDDE}" dt="2025-10-01T16:32:40.265" v="3436" actId="478"/>
          <ac:spMkLst>
            <pc:docMk/>
            <pc:sldMk cId="3947712745" sldId="302"/>
            <ac:spMk id="6" creationId="{B5E77C98-3DB5-43D1-A627-C639BEB0ADC1}"/>
          </ac:spMkLst>
        </pc:spChg>
        <pc:spChg chg="mod">
          <ac:chgData name="Kathleen Georjahna Salazar Serna" userId="ae11ef47-7b3f-4666-9f4d-d0225b013519" providerId="ADAL" clId="{5870F5A8-DC85-4796-98C2-B4F0B87EDDDE}" dt="2025-10-01T16:32:42.344" v="3437" actId="1076"/>
          <ac:spMkLst>
            <pc:docMk/>
            <pc:sldMk cId="3947712745" sldId="302"/>
            <ac:spMk id="7" creationId="{6094C792-E869-4611-8AB9-792733BBA1C0}"/>
          </ac:spMkLst>
        </pc:spChg>
        <pc:spChg chg="mod">
          <ac:chgData name="Kathleen Georjahna Salazar Serna" userId="ae11ef47-7b3f-4666-9f4d-d0225b013519" providerId="ADAL" clId="{5870F5A8-DC85-4796-98C2-B4F0B87EDDDE}" dt="2025-10-01T16:28:58.728" v="3435" actId="313"/>
          <ac:spMkLst>
            <pc:docMk/>
            <pc:sldMk cId="3947712745" sldId="302"/>
            <ac:spMk id="10" creationId="{05C4BC3F-1882-413D-ACD9-2206D0AAF737}"/>
          </ac:spMkLst>
        </pc:spChg>
      </pc:sldChg>
      <pc:sldChg chg="addSp modSp add ord">
        <pc:chgData name="Kathleen Georjahna Salazar Serna" userId="ae11ef47-7b3f-4666-9f4d-d0225b013519" providerId="ADAL" clId="{5870F5A8-DC85-4796-98C2-B4F0B87EDDDE}" dt="2025-10-01T16:06:39.274" v="3256"/>
        <pc:sldMkLst>
          <pc:docMk/>
          <pc:sldMk cId="3733564791" sldId="303"/>
        </pc:sldMkLst>
        <pc:spChg chg="mod">
          <ac:chgData name="Kathleen Georjahna Salazar Serna" userId="ae11ef47-7b3f-4666-9f4d-d0225b013519" providerId="ADAL" clId="{5870F5A8-DC85-4796-98C2-B4F0B87EDDDE}" dt="2025-10-01T03:22:00.302" v="1664" actId="1036"/>
          <ac:spMkLst>
            <pc:docMk/>
            <pc:sldMk cId="3733564791" sldId="303"/>
            <ac:spMk id="2" creationId="{188CD68A-4BA2-1ED0-CD9D-40F4CD8E2F07}"/>
          </ac:spMkLst>
        </pc:spChg>
        <pc:spChg chg="mod">
          <ac:chgData name="Kathleen Georjahna Salazar Serna" userId="ae11ef47-7b3f-4666-9f4d-d0225b013519" providerId="ADAL" clId="{5870F5A8-DC85-4796-98C2-B4F0B87EDDDE}" dt="2025-10-01T03:22:32.270" v="1694" actId="14100"/>
          <ac:spMkLst>
            <pc:docMk/>
            <pc:sldMk cId="3733564791" sldId="303"/>
            <ac:spMk id="4" creationId="{DC46BF40-78EC-E63E-94D1-3B30CDA4837E}"/>
          </ac:spMkLst>
        </pc:spChg>
        <pc:spChg chg="mod">
          <ac:chgData name="Kathleen Georjahna Salazar Serna" userId="ae11ef47-7b3f-4666-9f4d-d0225b013519" providerId="ADAL" clId="{5870F5A8-DC85-4796-98C2-B4F0B87EDDDE}" dt="2025-10-01T03:22:00.302" v="1664" actId="1036"/>
          <ac:spMkLst>
            <pc:docMk/>
            <pc:sldMk cId="3733564791" sldId="303"/>
            <ac:spMk id="6" creationId="{90F2C8B7-2A4A-DB73-C1C5-FCDE1031221F}"/>
          </ac:spMkLst>
        </pc:spChg>
        <pc:spChg chg="mod">
          <ac:chgData name="Kathleen Georjahna Salazar Serna" userId="ae11ef47-7b3f-4666-9f4d-d0225b013519" providerId="ADAL" clId="{5870F5A8-DC85-4796-98C2-B4F0B87EDDDE}" dt="2025-10-01T03:22:00.302" v="1664" actId="1036"/>
          <ac:spMkLst>
            <pc:docMk/>
            <pc:sldMk cId="3733564791" sldId="303"/>
            <ac:spMk id="8" creationId="{2ED5EAC4-CBAB-D1BE-2ACD-C8C9A8FE969D}"/>
          </ac:spMkLst>
        </pc:spChg>
        <pc:spChg chg="mod">
          <ac:chgData name="Kathleen Georjahna Salazar Serna" userId="ae11ef47-7b3f-4666-9f4d-d0225b013519" providerId="ADAL" clId="{5870F5A8-DC85-4796-98C2-B4F0B87EDDDE}" dt="2025-10-01T03:22:32.270" v="1694" actId="14100"/>
          <ac:spMkLst>
            <pc:docMk/>
            <pc:sldMk cId="3733564791" sldId="303"/>
            <ac:spMk id="9" creationId="{F3FF2953-A039-F172-D9AC-55B04FABD593}"/>
          </ac:spMkLst>
        </pc:spChg>
        <pc:spChg chg="mod">
          <ac:chgData name="Kathleen Georjahna Salazar Serna" userId="ae11ef47-7b3f-4666-9f4d-d0225b013519" providerId="ADAL" clId="{5870F5A8-DC85-4796-98C2-B4F0B87EDDDE}" dt="2025-10-01T03:22:32.270" v="1694" actId="14100"/>
          <ac:spMkLst>
            <pc:docMk/>
            <pc:sldMk cId="3733564791" sldId="303"/>
            <ac:spMk id="10" creationId="{E60E9B4A-E74E-21B2-EB25-8BAD453785EC}"/>
          </ac:spMkLst>
        </pc:spChg>
        <pc:spChg chg="mod">
          <ac:chgData name="Kathleen Georjahna Salazar Serna" userId="ae11ef47-7b3f-4666-9f4d-d0225b013519" providerId="ADAL" clId="{5870F5A8-DC85-4796-98C2-B4F0B87EDDDE}" dt="2025-10-01T03:22:00.302" v="1664" actId="1036"/>
          <ac:spMkLst>
            <pc:docMk/>
            <pc:sldMk cId="3733564791" sldId="303"/>
            <ac:spMk id="14" creationId="{AD31D29E-2D68-56FE-00B0-BDD688CB50A7}"/>
          </ac:spMkLst>
        </pc:spChg>
        <pc:spChg chg="mod">
          <ac:chgData name="Kathleen Georjahna Salazar Serna" userId="ae11ef47-7b3f-4666-9f4d-d0225b013519" providerId="ADAL" clId="{5870F5A8-DC85-4796-98C2-B4F0B87EDDDE}" dt="2025-10-01T03:23:11.587" v="1723" actId="1076"/>
          <ac:spMkLst>
            <pc:docMk/>
            <pc:sldMk cId="3733564791" sldId="303"/>
            <ac:spMk id="15" creationId="{F58249F4-4F61-3CC4-54A6-50D2D5B30CFC}"/>
          </ac:spMkLst>
        </pc:spChg>
        <pc:spChg chg="mod">
          <ac:chgData name="Kathleen Georjahna Salazar Serna" userId="ae11ef47-7b3f-4666-9f4d-d0225b013519" providerId="ADAL" clId="{5870F5A8-DC85-4796-98C2-B4F0B87EDDDE}" dt="2025-10-01T03:22:43.638" v="1698" actId="1036"/>
          <ac:spMkLst>
            <pc:docMk/>
            <pc:sldMk cId="3733564791" sldId="303"/>
            <ac:spMk id="16" creationId="{A7DD3823-1686-F229-8F59-A811C6CBC3AE}"/>
          </ac:spMkLst>
        </pc:spChg>
        <pc:spChg chg="add mod">
          <ac:chgData name="Kathleen Georjahna Salazar Serna" userId="ae11ef47-7b3f-4666-9f4d-d0225b013519" providerId="ADAL" clId="{5870F5A8-DC85-4796-98C2-B4F0B87EDDDE}" dt="2025-10-01T03:22:26.041" v="1693" actId="1037"/>
          <ac:spMkLst>
            <pc:docMk/>
            <pc:sldMk cId="3733564791" sldId="303"/>
            <ac:spMk id="17" creationId="{F400AD8A-8D1D-4A31-8460-8C1C59A238E9}"/>
          </ac:spMkLst>
        </pc:spChg>
        <pc:picChg chg="mod">
          <ac:chgData name="Kathleen Georjahna Salazar Serna" userId="ae11ef47-7b3f-4666-9f4d-d0225b013519" providerId="ADAL" clId="{5870F5A8-DC85-4796-98C2-B4F0B87EDDDE}" dt="2025-10-01T03:23:07.068" v="1722" actId="1038"/>
          <ac:picMkLst>
            <pc:docMk/>
            <pc:sldMk cId="3733564791" sldId="303"/>
            <ac:picMk id="11" creationId="{34314F8F-825D-41DD-ECD5-6D90EABF9DC9}"/>
          </ac:picMkLst>
        </pc:picChg>
      </pc:sldChg>
      <pc:sldChg chg="add">
        <pc:chgData name="Kathleen Georjahna Salazar Serna" userId="ae11ef47-7b3f-4666-9f4d-d0225b013519" providerId="ADAL" clId="{5870F5A8-DC85-4796-98C2-B4F0B87EDDDE}" dt="2025-10-01T15:55:46.088" v="3249"/>
        <pc:sldMkLst>
          <pc:docMk/>
          <pc:sldMk cId="4107400745" sldId="306"/>
        </pc:sldMkLst>
      </pc:sldChg>
      <pc:sldChg chg="modSp add">
        <pc:chgData name="Kathleen Georjahna Salazar Serna" userId="ae11ef47-7b3f-4666-9f4d-d0225b013519" providerId="ADAL" clId="{5870F5A8-DC85-4796-98C2-B4F0B87EDDDE}" dt="2025-10-01T15:55:57.858" v="3253" actId="1076"/>
        <pc:sldMkLst>
          <pc:docMk/>
          <pc:sldMk cId="2180107725" sldId="307"/>
        </pc:sldMkLst>
        <pc:picChg chg="mod">
          <ac:chgData name="Kathleen Georjahna Salazar Serna" userId="ae11ef47-7b3f-4666-9f4d-d0225b013519" providerId="ADAL" clId="{5870F5A8-DC85-4796-98C2-B4F0B87EDDDE}" dt="2025-10-01T15:55:57.858" v="3253" actId="1076"/>
          <ac:picMkLst>
            <pc:docMk/>
            <pc:sldMk cId="2180107725" sldId="307"/>
            <ac:picMk id="4" creationId="{5AF7C102-48CD-4BDD-ADA4-C0E9D05D7DAB}"/>
          </ac:picMkLst>
        </pc:picChg>
      </pc:sldChg>
    </pc:docChg>
  </pc:docChgLst>
  <pc:docChgLst>
    <pc:chgData name="Kathleen Georjahna Salazar Serna" userId="ae11ef47-7b3f-4666-9f4d-d0225b013519" providerId="ADAL" clId="{B948304E-978F-4A2B-BB07-F291793ADA34}"/>
    <pc:docChg chg="delSld">
      <pc:chgData name="Kathleen Georjahna Salazar Serna" userId="ae11ef47-7b3f-4666-9f4d-d0225b013519" providerId="ADAL" clId="{B948304E-978F-4A2B-BB07-F291793ADA34}" dt="2025-11-02T16:06:01.363" v="0" actId="2696"/>
      <pc:docMkLst>
        <pc:docMk/>
      </pc:docMkLst>
      <pc:sldChg chg="del">
        <pc:chgData name="Kathleen Georjahna Salazar Serna" userId="ae11ef47-7b3f-4666-9f4d-d0225b013519" providerId="ADAL" clId="{B948304E-978F-4A2B-BB07-F291793ADA34}" dt="2025-11-02T16:06:01.363" v="0" actId="2696"/>
        <pc:sldMkLst>
          <pc:docMk/>
          <pc:sldMk cId="987192109" sldId="27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A176BA"/>
            </a:solidFill>
          </c:spPr>
          <c:explosion val="3"/>
          <c:dPt>
            <c:idx val="0"/>
            <c:bubble3D val="0"/>
            <c:spPr>
              <a:solidFill>
                <a:srgbClr val="4884A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F50-4499-B39C-FD492924D12C}"/>
              </c:ext>
            </c:extLst>
          </c:dPt>
          <c:dPt>
            <c:idx val="1"/>
            <c:bubble3D val="0"/>
            <c:spPr>
              <a:solidFill>
                <a:srgbClr val="A176B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329-427B-956F-22A00346127A}"/>
              </c:ext>
            </c:extLst>
          </c:dPt>
          <c:cat>
            <c:strRef>
              <c:f>Sheet1!$A$2:$A$3</c:f>
              <c:strCache>
                <c:ptCount val="2"/>
                <c:pt idx="0">
                  <c:v>Hombres</c:v>
                </c:pt>
                <c:pt idx="1">
                  <c:v>Mujeres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50.1</c:v>
                </c:pt>
                <c:pt idx="1">
                  <c:v>49.9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50-4499-B39C-FD492924D1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A176BA"/>
            </a:solidFill>
          </c:spPr>
          <c:explosion val="3"/>
          <c:dPt>
            <c:idx val="0"/>
            <c:bubble3D val="0"/>
            <c:spPr>
              <a:solidFill>
                <a:srgbClr val="4884A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F50-4499-B39C-FD492924D12C}"/>
              </c:ext>
            </c:extLst>
          </c:dPt>
          <c:dPt>
            <c:idx val="1"/>
            <c:bubble3D val="0"/>
            <c:spPr>
              <a:solidFill>
                <a:srgbClr val="A176B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B68-49C7-ACA8-E7D1CDC9D1CA}"/>
              </c:ext>
            </c:extLst>
          </c:dPt>
          <c:cat>
            <c:strRef>
              <c:f>Sheet1!$A$2:$A$3</c:f>
              <c:strCache>
                <c:ptCount val="2"/>
                <c:pt idx="0">
                  <c:v>Hombres</c:v>
                </c:pt>
                <c:pt idx="1">
                  <c:v>Mujeres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46.3</c:v>
                </c:pt>
                <c:pt idx="1">
                  <c:v>53.7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50-4499-B39C-FD492924D1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0.00726</cdr:x>
      <cdr:y>0.15878</cdr:y>
    </cdr:from>
    <cdr:to>
      <cdr:x>0.18811</cdr:x>
      <cdr:y>0.2447</cdr:y>
    </cdr:to>
    <cdr:sp macro="" textlink="">
      <cdr:nvSpPr>
        <cdr:cNvPr id="2" name="TextBox 49">
          <a:extLst xmlns:a="http://schemas.openxmlformats.org/drawingml/2006/main">
            <a:ext uri="{FF2B5EF4-FFF2-40B4-BE49-F238E27FC236}">
              <a16:creationId xmlns:a16="http://schemas.microsoft.com/office/drawing/2014/main" id="{F7F059A7-0C19-ACD2-EE8C-ECA05F4DB227}"/>
            </a:ext>
          </a:extLst>
        </cdr:cNvPr>
        <cdr:cNvSpPr txBox="1"/>
      </cdr:nvSpPr>
      <cdr:spPr>
        <a:xfrm xmlns:a="http://schemas.openxmlformats.org/drawingml/2006/main">
          <a:off x="43710" y="682537"/>
          <a:ext cx="1089341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s-CO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s-CO" dirty="0">
              <a:solidFill>
                <a:srgbClr val="A176BA"/>
              </a:solidFill>
            </a:rPr>
            <a:t>MIO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B69A8-48AE-40E2-BC36-89721573E184}" type="datetimeFigureOut">
              <a:rPr lang="es-CO" smtClean="0"/>
              <a:t>2/11/2025</a:t>
            </a:fld>
            <a:endParaRPr lang="es-C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C4AB7A-3DC4-4610-BDC7-DCD85D616C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7657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moto es el modo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extendido</a:t>
            </a:r>
            <a:r>
              <a:rPr lang="en-US" dirty="0"/>
              <a:t>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C4AB7A-3DC4-4610-BDC7-DCD85D616CC4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1983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C4AB7A-3DC4-4610-BDC7-DCD85D616CC4}" type="slidenum">
              <a:rPr lang="es-CO" smtClean="0"/>
              <a:t>18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2282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C4AB7A-3DC4-4610-BDC7-DCD85D616CC4}" type="slidenum">
              <a:rPr lang="es-CO" smtClean="0"/>
              <a:t>20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9454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C9748-ED02-5707-A006-80DD6CB13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AC0A76-9F74-E079-7D5E-866DB5137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8EABD1-393D-931C-0866-19FCEED3A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73BE-94ED-6C43-9ECE-0083D05309E0}" type="datetimeFigureOut">
              <a:rPr lang="es-CO" smtClean="0"/>
              <a:t>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0B4A6D-1725-D9D8-FA44-B21642D37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23CD82-3915-F0EA-850F-A2C75A0F4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784-D773-034A-8299-72DA911634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25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4AF357-AC5A-0595-CB3B-56F6D96C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719B2C-B10E-EB18-E157-26F45A0B7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192F61-5B7A-C02D-8E86-0FDE196D5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73BE-94ED-6C43-9ECE-0083D05309E0}" type="datetimeFigureOut">
              <a:rPr lang="es-CO" smtClean="0"/>
              <a:t>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6F12F8-9516-66A4-0B98-FFA2B2FE3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3AB272-8480-B617-D479-E464EB004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784-D773-034A-8299-72DA911634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0808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70B3B-57D2-678E-558E-DE3C6EA27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3ED387-CFB7-5C46-F2F4-814B095EB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59BA55-1C1C-8420-13B6-5075F1EDC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73BE-94ED-6C43-9ECE-0083D05309E0}" type="datetimeFigureOut">
              <a:rPr lang="es-CO" smtClean="0"/>
              <a:t>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B0FDFE-EDD8-52B3-CEE5-C52C4937F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185467-9841-5F69-EEA8-A85A5FD2C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784-D773-034A-8299-72DA911634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5659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66DCC5-5617-55F6-0873-4DB4149A4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FA19DE-C211-22AA-5B30-677DDB9E7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5D2920-A9B7-E744-69C9-9FAC8DA8C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49AB1E-89B7-7B8A-BBA9-3C25738DC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73BE-94ED-6C43-9ECE-0083D05309E0}" type="datetimeFigureOut">
              <a:rPr lang="es-CO" smtClean="0"/>
              <a:t>2/11/2025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23BFF7-D93B-2719-8E80-377D41CB6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8DFFF0-EDF5-0136-7F79-1DCBC2CA6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784-D773-034A-8299-72DA911634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6673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5C799C-EF51-7808-7C18-02A6F0088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F29D29-EF8D-B716-02E3-61BF91768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E2600C8-7046-C424-530D-8F27F2D72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2AB323-A7C6-66E6-E1A3-2B92FCF8DC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944AED-A224-50EF-0E2F-C014AA53D0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E6F001D-7F20-3CA1-A54A-2141326AE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73BE-94ED-6C43-9ECE-0083D05309E0}" type="datetimeFigureOut">
              <a:rPr lang="es-CO" smtClean="0"/>
              <a:t>2/11/2025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A460520-C177-8730-40DF-FA4B6EAB8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27A8BAB-D724-1B82-D112-81C11FCD3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784-D773-034A-8299-72DA911634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9951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83BDD-744B-3F7A-13A1-BBCDD5268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5F80891-DD57-88DC-BDE8-17A070B63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73BE-94ED-6C43-9ECE-0083D05309E0}" type="datetimeFigureOut">
              <a:rPr lang="es-CO" smtClean="0"/>
              <a:t>2/11/2025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197C54B-48D1-3033-D0CA-67D6DC125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E8C81A2-4E37-C29D-94E4-522137CF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784-D773-034A-8299-72DA911634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1689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C93C58F-657B-9CA8-FE79-BF16820FF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73BE-94ED-6C43-9ECE-0083D05309E0}" type="datetimeFigureOut">
              <a:rPr lang="es-CO" smtClean="0"/>
              <a:t>2/11/2025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F4F84BE-CB26-33AB-FBF7-42783F1E3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19B777-8B65-2E94-B8C7-FC29E4655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784-D773-034A-8299-72DA911634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355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6AB9B-1EFF-4033-F52E-672FA0313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DF13AE-F03C-9B24-037D-840C6F0B2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B85FE-EE30-BB19-5A7A-4AA67986E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84F7ED-8818-B81F-176F-A40F2E472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73BE-94ED-6C43-9ECE-0083D05309E0}" type="datetimeFigureOut">
              <a:rPr lang="es-CO" smtClean="0"/>
              <a:t>2/11/2025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ACC494-61E3-6F00-4FA1-F3D1F4CAA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0835C9-1DC7-8A4C-9AFF-EFB6F29C3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784-D773-034A-8299-72DA911634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50063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015870-495D-B7F1-3B35-5237C8BD1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2430F65-C0F4-13EA-72B5-17C1F4B255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3276557-65B5-6DD2-E8CA-AB93E3194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8AA9A9-0D5A-5766-9275-52B918454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73BE-94ED-6C43-9ECE-0083D05309E0}" type="datetimeFigureOut">
              <a:rPr lang="es-CO" smtClean="0"/>
              <a:t>2/11/2025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9AC062-3347-383E-3233-29CBDAAE0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C98191-4DBA-22C4-7390-82B3ABF07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784-D773-034A-8299-72DA911634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5638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CD4DD-868D-E404-8683-A68B680C9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A7F70E0-DA6E-114D-C7ED-B28B71027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07C19A-6DD2-9098-D7B4-F164E6BE6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73BE-94ED-6C43-9ECE-0083D05309E0}" type="datetimeFigureOut">
              <a:rPr lang="es-CO" smtClean="0"/>
              <a:t>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4E2AFB-3429-1604-66BA-04F444E0A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A9236B-4BCF-5E07-56CF-4BC2B8C4B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784-D773-034A-8299-72DA911634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5810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15AB6F7-ECED-A2DC-9A41-C1734828A2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C7260D-5997-A359-095C-28A6C9426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51D715-2CDB-40D1-BC39-ABE025642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73BE-94ED-6C43-9ECE-0083D05309E0}" type="datetimeFigureOut">
              <a:rPr lang="es-CO" smtClean="0"/>
              <a:t>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94EEE3-09D9-2B9D-1264-B5B250C9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CB844D-0BB9-9291-1A27-B51B05834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C1784-D773-034A-8299-72DA911634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9305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163DB42-50BC-9498-8E9B-E3B7E57B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6D8038-1C3E-6BFE-8925-09BF70240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B5D039-475A-8B62-EDC4-A7AFC0F902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FA73BE-94ED-6C43-9ECE-0083D05309E0}" type="datetimeFigureOut">
              <a:rPr lang="es-CO" smtClean="0"/>
              <a:t>2/11/2025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6A1D0B-75BA-AF37-F8A5-F38305B004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252C2F-6731-04FF-A7EB-6FA72D367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C1784-D773-034A-8299-72DA911634A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4177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4.jpg"/><Relationship Id="rId16" Type="http://schemas.openxmlformats.org/officeDocument/2006/relationships/image" Target="../media/image3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3.png"/><Relationship Id="rId18" Type="http://schemas.openxmlformats.org/officeDocument/2006/relationships/image" Target="../media/image4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17" Type="http://schemas.openxmlformats.org/officeDocument/2006/relationships/image" Target="../media/image47.png"/><Relationship Id="rId2" Type="http://schemas.openxmlformats.org/officeDocument/2006/relationships/image" Target="../media/image4.jpg"/><Relationship Id="rId16" Type="http://schemas.openxmlformats.org/officeDocument/2006/relationships/image" Target="../media/image46.svg"/><Relationship Id="rId20" Type="http://schemas.openxmlformats.org/officeDocument/2006/relationships/image" Target="../media/image5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sv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svg"/><Relationship Id="rId19" Type="http://schemas.openxmlformats.org/officeDocument/2006/relationships/image" Target="../media/image49.png"/><Relationship Id="rId4" Type="http://schemas.openxmlformats.org/officeDocument/2006/relationships/image" Target="../media/image34.svg"/><Relationship Id="rId9" Type="http://schemas.openxmlformats.org/officeDocument/2006/relationships/image" Target="../media/image39.png"/><Relationship Id="rId14" Type="http://schemas.openxmlformats.org/officeDocument/2006/relationships/image" Target="../media/image4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sv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svg"/><Relationship Id="rId4" Type="http://schemas.openxmlformats.org/officeDocument/2006/relationships/image" Target="../media/image52.svg"/><Relationship Id="rId9" Type="http://schemas.openxmlformats.org/officeDocument/2006/relationships/image" Target="../media/image57.png"/><Relationship Id="rId14" Type="http://schemas.openxmlformats.org/officeDocument/2006/relationships/image" Target="../media/image6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10" Type="http://schemas.openxmlformats.org/officeDocument/2006/relationships/image" Target="../media/image70.sv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jpg"/><Relationship Id="rId3" Type="http://schemas.openxmlformats.org/officeDocument/2006/relationships/hyperlink" Target="mailto:Kathleen.Salazar@javerianacali.edu.co" TargetMode="External"/><Relationship Id="rId7" Type="http://schemas.openxmlformats.org/officeDocument/2006/relationships/image" Target="../media/image72.jpg"/><Relationship Id="rId12" Type="http://schemas.openxmlformats.org/officeDocument/2006/relationships/image" Target="../media/image7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sabajero@gmail.com" TargetMode="External"/><Relationship Id="rId11" Type="http://schemas.openxmlformats.org/officeDocument/2006/relationships/image" Target="../media/image75.gif"/><Relationship Id="rId5" Type="http://schemas.openxmlformats.org/officeDocument/2006/relationships/hyperlink" Target="mailto:Isabel.garcia@javerianacali.edu.co" TargetMode="External"/><Relationship Id="rId10" Type="http://schemas.openxmlformats.org/officeDocument/2006/relationships/image" Target="../media/image74.png"/><Relationship Id="rId4" Type="http://schemas.openxmlformats.org/officeDocument/2006/relationships/image" Target="../media/image71.jpg"/><Relationship Id="rId9" Type="http://schemas.openxmlformats.org/officeDocument/2006/relationships/hyperlink" Target="mailto:liagudel@unal.edu.co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3" Type="http://schemas.openxmlformats.org/officeDocument/2006/relationships/image" Target="../media/image78.png"/><Relationship Id="rId21" Type="http://schemas.openxmlformats.org/officeDocument/2006/relationships/image" Target="../media/image96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5" Type="http://schemas.openxmlformats.org/officeDocument/2006/relationships/image" Target="../media/image100.png"/><Relationship Id="rId2" Type="http://schemas.openxmlformats.org/officeDocument/2006/relationships/image" Target="../media/image4.jpg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24" Type="http://schemas.openxmlformats.org/officeDocument/2006/relationships/image" Target="../media/image99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23" Type="http://schemas.openxmlformats.org/officeDocument/2006/relationships/image" Target="../media/image98.png"/><Relationship Id="rId10" Type="http://schemas.openxmlformats.org/officeDocument/2006/relationships/image" Target="../media/image85.png"/><Relationship Id="rId19" Type="http://schemas.openxmlformats.org/officeDocument/2006/relationships/image" Target="../media/image94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Relationship Id="rId22" Type="http://schemas.openxmlformats.org/officeDocument/2006/relationships/image" Target="../media/image9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0.svg"/><Relationship Id="rId18" Type="http://schemas.openxmlformats.org/officeDocument/2006/relationships/image" Target="../media/image115.png"/><Relationship Id="rId26" Type="http://schemas.openxmlformats.org/officeDocument/2006/relationships/image" Target="../media/image123.png"/><Relationship Id="rId39" Type="http://schemas.openxmlformats.org/officeDocument/2006/relationships/image" Target="../media/image136.svg"/><Relationship Id="rId21" Type="http://schemas.openxmlformats.org/officeDocument/2006/relationships/image" Target="../media/image118.svg"/><Relationship Id="rId34" Type="http://schemas.openxmlformats.org/officeDocument/2006/relationships/image" Target="../media/image131.png"/><Relationship Id="rId7" Type="http://schemas.openxmlformats.org/officeDocument/2006/relationships/image" Target="../media/image26.svg"/><Relationship Id="rId12" Type="http://schemas.openxmlformats.org/officeDocument/2006/relationships/image" Target="../media/image109.png"/><Relationship Id="rId17" Type="http://schemas.openxmlformats.org/officeDocument/2006/relationships/image" Target="../media/image114.svg"/><Relationship Id="rId25" Type="http://schemas.openxmlformats.org/officeDocument/2006/relationships/image" Target="../media/image122.svg"/><Relationship Id="rId33" Type="http://schemas.openxmlformats.org/officeDocument/2006/relationships/image" Target="../media/image130.svg"/><Relationship Id="rId38" Type="http://schemas.openxmlformats.org/officeDocument/2006/relationships/image" Target="../media/image135.png"/><Relationship Id="rId2" Type="http://schemas.openxmlformats.org/officeDocument/2006/relationships/image" Target="../media/image4.jpg"/><Relationship Id="rId16" Type="http://schemas.openxmlformats.org/officeDocument/2006/relationships/image" Target="../media/image113.png"/><Relationship Id="rId20" Type="http://schemas.openxmlformats.org/officeDocument/2006/relationships/image" Target="../media/image117.png"/><Relationship Id="rId29" Type="http://schemas.openxmlformats.org/officeDocument/2006/relationships/image" Target="../media/image12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108.svg"/><Relationship Id="rId24" Type="http://schemas.openxmlformats.org/officeDocument/2006/relationships/image" Target="../media/image121.png"/><Relationship Id="rId32" Type="http://schemas.openxmlformats.org/officeDocument/2006/relationships/image" Target="../media/image129.png"/><Relationship Id="rId37" Type="http://schemas.openxmlformats.org/officeDocument/2006/relationships/image" Target="../media/image134.svg"/><Relationship Id="rId5" Type="http://schemas.openxmlformats.org/officeDocument/2006/relationships/image" Target="../media/image28.svg"/><Relationship Id="rId15" Type="http://schemas.openxmlformats.org/officeDocument/2006/relationships/image" Target="../media/image112.svg"/><Relationship Id="rId23" Type="http://schemas.openxmlformats.org/officeDocument/2006/relationships/image" Target="../media/image120.svg"/><Relationship Id="rId28" Type="http://schemas.openxmlformats.org/officeDocument/2006/relationships/image" Target="../media/image125.png"/><Relationship Id="rId36" Type="http://schemas.openxmlformats.org/officeDocument/2006/relationships/image" Target="../media/image133.png"/><Relationship Id="rId10" Type="http://schemas.openxmlformats.org/officeDocument/2006/relationships/image" Target="../media/image107.png"/><Relationship Id="rId19" Type="http://schemas.openxmlformats.org/officeDocument/2006/relationships/image" Target="../media/image116.svg"/><Relationship Id="rId31" Type="http://schemas.openxmlformats.org/officeDocument/2006/relationships/image" Target="../media/image128.svg"/><Relationship Id="rId4" Type="http://schemas.openxmlformats.org/officeDocument/2006/relationships/image" Target="../media/image27.png"/><Relationship Id="rId9" Type="http://schemas.openxmlformats.org/officeDocument/2006/relationships/image" Target="../media/image106.svg"/><Relationship Id="rId14" Type="http://schemas.openxmlformats.org/officeDocument/2006/relationships/image" Target="../media/image111.png"/><Relationship Id="rId22" Type="http://schemas.openxmlformats.org/officeDocument/2006/relationships/image" Target="../media/image119.png"/><Relationship Id="rId27" Type="http://schemas.openxmlformats.org/officeDocument/2006/relationships/image" Target="../media/image124.svg"/><Relationship Id="rId30" Type="http://schemas.openxmlformats.org/officeDocument/2006/relationships/image" Target="../media/image127.png"/><Relationship Id="rId35" Type="http://schemas.openxmlformats.org/officeDocument/2006/relationships/image" Target="../media/image132.svg"/><Relationship Id="rId8" Type="http://schemas.openxmlformats.org/officeDocument/2006/relationships/image" Target="../media/image105.png"/><Relationship Id="rId3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.png"/><Relationship Id="rId18" Type="http://schemas.openxmlformats.org/officeDocument/2006/relationships/image" Target="../media/image138.svg"/><Relationship Id="rId26" Type="http://schemas.openxmlformats.org/officeDocument/2006/relationships/image" Target="../media/image142.svg"/><Relationship Id="rId39" Type="http://schemas.openxmlformats.org/officeDocument/2006/relationships/image" Target="../media/image127.png"/><Relationship Id="rId21" Type="http://schemas.openxmlformats.org/officeDocument/2006/relationships/image" Target="../media/image117.png"/><Relationship Id="rId34" Type="http://schemas.openxmlformats.org/officeDocument/2006/relationships/image" Target="../media/image122.svg"/><Relationship Id="rId42" Type="http://schemas.openxmlformats.org/officeDocument/2006/relationships/image" Target="../media/image146.svg"/><Relationship Id="rId47" Type="http://schemas.openxmlformats.org/officeDocument/2006/relationships/image" Target="../media/image147.png"/><Relationship Id="rId50" Type="http://schemas.openxmlformats.org/officeDocument/2006/relationships/image" Target="../media/image150.svg"/><Relationship Id="rId55" Type="http://schemas.openxmlformats.org/officeDocument/2006/relationships/image" Target="../media/image13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10.svg"/><Relationship Id="rId29" Type="http://schemas.openxmlformats.org/officeDocument/2006/relationships/image" Target="../media/image111.png"/><Relationship Id="rId11" Type="http://schemas.openxmlformats.org/officeDocument/2006/relationships/image" Target="../media/image115.png"/><Relationship Id="rId24" Type="http://schemas.openxmlformats.org/officeDocument/2006/relationships/image" Target="../media/image140.svg"/><Relationship Id="rId32" Type="http://schemas.openxmlformats.org/officeDocument/2006/relationships/image" Target="../media/image114.svg"/><Relationship Id="rId37" Type="http://schemas.openxmlformats.org/officeDocument/2006/relationships/image" Target="../media/image123.png"/><Relationship Id="rId40" Type="http://schemas.openxmlformats.org/officeDocument/2006/relationships/image" Target="../media/image128.svg"/><Relationship Id="rId45" Type="http://schemas.openxmlformats.org/officeDocument/2006/relationships/image" Target="../media/image135.png"/><Relationship Id="rId53" Type="http://schemas.openxmlformats.org/officeDocument/2006/relationships/image" Target="../media/image131.png"/><Relationship Id="rId5" Type="http://schemas.openxmlformats.org/officeDocument/2006/relationships/image" Target="../media/image27.png"/><Relationship Id="rId10" Type="http://schemas.openxmlformats.org/officeDocument/2006/relationships/image" Target="../media/image106.svg"/><Relationship Id="rId19" Type="http://schemas.openxmlformats.org/officeDocument/2006/relationships/image" Target="../media/image119.png"/><Relationship Id="rId31" Type="http://schemas.openxmlformats.org/officeDocument/2006/relationships/image" Target="../media/image113.png"/><Relationship Id="rId44" Type="http://schemas.openxmlformats.org/officeDocument/2006/relationships/image" Target="../media/image130.svg"/><Relationship Id="rId52" Type="http://schemas.openxmlformats.org/officeDocument/2006/relationships/image" Target="../media/image152.svg"/><Relationship Id="rId4" Type="http://schemas.openxmlformats.org/officeDocument/2006/relationships/chart" Target="../charts/chart2.xml"/><Relationship Id="rId9" Type="http://schemas.openxmlformats.org/officeDocument/2006/relationships/image" Target="../media/image105.png"/><Relationship Id="rId14" Type="http://schemas.openxmlformats.org/officeDocument/2006/relationships/image" Target="../media/image108.svg"/><Relationship Id="rId22" Type="http://schemas.openxmlformats.org/officeDocument/2006/relationships/image" Target="../media/image118.svg"/><Relationship Id="rId27" Type="http://schemas.openxmlformats.org/officeDocument/2006/relationships/image" Target="../media/image143.png"/><Relationship Id="rId30" Type="http://schemas.openxmlformats.org/officeDocument/2006/relationships/image" Target="../media/image112.svg"/><Relationship Id="rId35" Type="http://schemas.openxmlformats.org/officeDocument/2006/relationships/image" Target="../media/image125.png"/><Relationship Id="rId43" Type="http://schemas.openxmlformats.org/officeDocument/2006/relationships/image" Target="../media/image129.png"/><Relationship Id="rId48" Type="http://schemas.openxmlformats.org/officeDocument/2006/relationships/image" Target="../media/image148.svg"/><Relationship Id="rId56" Type="http://schemas.openxmlformats.org/officeDocument/2006/relationships/image" Target="../media/image134.svg"/><Relationship Id="rId8" Type="http://schemas.openxmlformats.org/officeDocument/2006/relationships/image" Target="../media/image26.svg"/><Relationship Id="rId51" Type="http://schemas.openxmlformats.org/officeDocument/2006/relationships/image" Target="../media/image151.png"/><Relationship Id="rId3" Type="http://schemas.openxmlformats.org/officeDocument/2006/relationships/image" Target="../media/image4.jpg"/><Relationship Id="rId12" Type="http://schemas.openxmlformats.org/officeDocument/2006/relationships/image" Target="../media/image116.svg"/><Relationship Id="rId17" Type="http://schemas.openxmlformats.org/officeDocument/2006/relationships/image" Target="../media/image137.png"/><Relationship Id="rId25" Type="http://schemas.openxmlformats.org/officeDocument/2006/relationships/image" Target="../media/image141.png"/><Relationship Id="rId33" Type="http://schemas.openxmlformats.org/officeDocument/2006/relationships/image" Target="../media/image121.png"/><Relationship Id="rId38" Type="http://schemas.openxmlformats.org/officeDocument/2006/relationships/image" Target="../media/image124.svg"/><Relationship Id="rId46" Type="http://schemas.openxmlformats.org/officeDocument/2006/relationships/image" Target="../media/image136.svg"/><Relationship Id="rId20" Type="http://schemas.openxmlformats.org/officeDocument/2006/relationships/image" Target="../media/image120.svg"/><Relationship Id="rId41" Type="http://schemas.openxmlformats.org/officeDocument/2006/relationships/image" Target="../media/image145.png"/><Relationship Id="rId54" Type="http://schemas.openxmlformats.org/officeDocument/2006/relationships/image" Target="../media/image13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15" Type="http://schemas.openxmlformats.org/officeDocument/2006/relationships/image" Target="../media/image109.png"/><Relationship Id="rId23" Type="http://schemas.openxmlformats.org/officeDocument/2006/relationships/image" Target="../media/image139.png"/><Relationship Id="rId28" Type="http://schemas.openxmlformats.org/officeDocument/2006/relationships/image" Target="../media/image144.svg"/><Relationship Id="rId36" Type="http://schemas.openxmlformats.org/officeDocument/2006/relationships/image" Target="../media/image126.svg"/><Relationship Id="rId49" Type="http://schemas.openxmlformats.org/officeDocument/2006/relationships/image" Target="../media/image1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4.jpg"/><Relationship Id="rId7" Type="http://schemas.openxmlformats.org/officeDocument/2006/relationships/image" Target="../media/image157.png"/><Relationship Id="rId12" Type="http://schemas.openxmlformats.org/officeDocument/2006/relationships/image" Target="../media/image16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6.png"/><Relationship Id="rId11" Type="http://schemas.openxmlformats.org/officeDocument/2006/relationships/image" Target="../media/image161.png"/><Relationship Id="rId5" Type="http://schemas.openxmlformats.org/officeDocument/2006/relationships/image" Target="../media/image155.png"/><Relationship Id="rId10" Type="http://schemas.openxmlformats.org/officeDocument/2006/relationships/image" Target="../media/image160.png"/><Relationship Id="rId4" Type="http://schemas.openxmlformats.org/officeDocument/2006/relationships/image" Target="../media/image154.png"/><Relationship Id="rId9" Type="http://schemas.openxmlformats.org/officeDocument/2006/relationships/image" Target="../media/image15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3.svg"/><Relationship Id="rId18" Type="http://schemas.openxmlformats.org/officeDocument/2006/relationships/image" Target="../media/image59.png"/><Relationship Id="rId3" Type="http://schemas.openxmlformats.org/officeDocument/2006/relationships/image" Target="../media/image163.png"/><Relationship Id="rId7" Type="http://schemas.openxmlformats.org/officeDocument/2006/relationships/image" Target="../media/image167.svg"/><Relationship Id="rId12" Type="http://schemas.openxmlformats.org/officeDocument/2006/relationships/image" Target="../media/image172.png"/><Relationship Id="rId17" Type="http://schemas.openxmlformats.org/officeDocument/2006/relationships/image" Target="../media/image177.svg"/><Relationship Id="rId2" Type="http://schemas.openxmlformats.org/officeDocument/2006/relationships/image" Target="../media/image4.jpg"/><Relationship Id="rId16" Type="http://schemas.openxmlformats.org/officeDocument/2006/relationships/image" Target="../media/image1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6.png"/><Relationship Id="rId11" Type="http://schemas.openxmlformats.org/officeDocument/2006/relationships/image" Target="../media/image171.svg"/><Relationship Id="rId5" Type="http://schemas.openxmlformats.org/officeDocument/2006/relationships/image" Target="../media/image165.svg"/><Relationship Id="rId15" Type="http://schemas.openxmlformats.org/officeDocument/2006/relationships/image" Target="../media/image175.svg"/><Relationship Id="rId10" Type="http://schemas.openxmlformats.org/officeDocument/2006/relationships/image" Target="../media/image170.png"/><Relationship Id="rId19" Type="http://schemas.openxmlformats.org/officeDocument/2006/relationships/image" Target="../media/image60.svg"/><Relationship Id="rId4" Type="http://schemas.openxmlformats.org/officeDocument/2006/relationships/image" Target="../media/image164.png"/><Relationship Id="rId9" Type="http://schemas.openxmlformats.org/officeDocument/2006/relationships/image" Target="../media/image169.svg"/><Relationship Id="rId14" Type="http://schemas.openxmlformats.org/officeDocument/2006/relationships/image" Target="../media/image17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svg"/><Relationship Id="rId13" Type="http://schemas.openxmlformats.org/officeDocument/2006/relationships/image" Target="../media/image16.svg"/><Relationship Id="rId3" Type="http://schemas.openxmlformats.org/officeDocument/2006/relationships/image" Target="../media/image178.png"/><Relationship Id="rId7" Type="http://schemas.openxmlformats.org/officeDocument/2006/relationships/image" Target="../media/image182.png"/><Relationship Id="rId12" Type="http://schemas.openxmlformats.org/officeDocument/2006/relationships/image" Target="../media/image18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1.svg"/><Relationship Id="rId11" Type="http://schemas.openxmlformats.org/officeDocument/2006/relationships/image" Target="../media/image186.jpeg"/><Relationship Id="rId5" Type="http://schemas.openxmlformats.org/officeDocument/2006/relationships/image" Target="../media/image180.png"/><Relationship Id="rId10" Type="http://schemas.openxmlformats.org/officeDocument/2006/relationships/image" Target="../media/image185.svg"/><Relationship Id="rId4" Type="http://schemas.openxmlformats.org/officeDocument/2006/relationships/image" Target="../media/image179.svg"/><Relationship Id="rId9" Type="http://schemas.openxmlformats.org/officeDocument/2006/relationships/image" Target="../media/image18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svg"/><Relationship Id="rId13" Type="http://schemas.openxmlformats.org/officeDocument/2006/relationships/image" Target="../media/image16.svg"/><Relationship Id="rId3" Type="http://schemas.openxmlformats.org/officeDocument/2006/relationships/image" Target="../media/image178.png"/><Relationship Id="rId7" Type="http://schemas.openxmlformats.org/officeDocument/2006/relationships/image" Target="../media/image182.png"/><Relationship Id="rId12" Type="http://schemas.openxmlformats.org/officeDocument/2006/relationships/image" Target="../media/image18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1.svg"/><Relationship Id="rId11" Type="http://schemas.openxmlformats.org/officeDocument/2006/relationships/image" Target="../media/image188.jpeg"/><Relationship Id="rId5" Type="http://schemas.openxmlformats.org/officeDocument/2006/relationships/image" Target="../media/image180.png"/><Relationship Id="rId10" Type="http://schemas.openxmlformats.org/officeDocument/2006/relationships/image" Target="../media/image185.svg"/><Relationship Id="rId4" Type="http://schemas.openxmlformats.org/officeDocument/2006/relationships/image" Target="../media/image179.svg"/><Relationship Id="rId9" Type="http://schemas.openxmlformats.org/officeDocument/2006/relationships/image" Target="../media/image18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2.png"/><Relationship Id="rId4" Type="http://schemas.openxmlformats.org/officeDocument/2006/relationships/image" Target="../media/image19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B4D51E1-6BB2-9085-C40C-A9AB9DD31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148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76A6AF7-4999-6B76-3388-29B2B611F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55C186C-42F7-8DF3-4D98-D0FC42EEFE54}"/>
              </a:ext>
            </a:extLst>
          </p:cNvPr>
          <p:cNvSpPr txBox="1"/>
          <p:nvPr/>
        </p:nvSpPr>
        <p:spPr>
          <a:xfrm>
            <a:off x="0" y="4019923"/>
            <a:ext cx="716225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MX" sz="2800" b="1" dirty="0">
              <a:solidFill>
                <a:srgbClr val="55257D"/>
              </a:solidFill>
            </a:endParaRPr>
          </a:p>
          <a:p>
            <a:pPr algn="ctr"/>
            <a:r>
              <a:rPr lang="es-MX" sz="2800" b="1" dirty="0">
                <a:solidFill>
                  <a:srgbClr val="55257D"/>
                </a:solidFill>
              </a:rPr>
              <a:t>Estudio de caso comparativo entre dos ciudades de Colombia Cali y Medellín</a:t>
            </a:r>
          </a:p>
          <a:p>
            <a:pPr algn="ctr"/>
            <a:endParaRPr lang="es-CO" sz="2800" b="1" dirty="0">
              <a:solidFill>
                <a:srgbClr val="55257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BFCF5C-FE91-80A2-09A1-713F91581D18}"/>
              </a:ext>
            </a:extLst>
          </p:cNvPr>
          <p:cNvSpPr txBox="1"/>
          <p:nvPr/>
        </p:nvSpPr>
        <p:spPr>
          <a:xfrm>
            <a:off x="152400" y="1406916"/>
            <a:ext cx="716225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000" b="1" dirty="0">
                <a:solidFill>
                  <a:srgbClr val="55257D"/>
                </a:solidFill>
              </a:rPr>
              <a:t>Relaciones de género e interseccionalidad, en los motivos de viaje y en el uso de los diferentes modos de transporte terrestre urbano de pasajeros para la incorporación en el Inventario Nacional de GEI en Colombia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F71E91F-8603-4D3C-8FD0-2E8944922BE8}"/>
              </a:ext>
            </a:extLst>
          </p:cNvPr>
          <p:cNvSpPr/>
          <p:nvPr/>
        </p:nvSpPr>
        <p:spPr>
          <a:xfrm>
            <a:off x="8037871" y="4439265"/>
            <a:ext cx="3849329" cy="13965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 descr="G:\.shortcut-targets-by-id\1ZRnwiKt-VEI4bifZRIHacxkveo7PNUpw\Convocatoria Natura_Piloto_Genero_Transporte_2024\7. Evidencias_Trabajo_Campo_Cualitativo\Medellin\Fotos_Visita_3_Medellin\20250730_075559.jpg">
            <a:extLst>
              <a:ext uri="{FF2B5EF4-FFF2-40B4-BE49-F238E27FC236}">
                <a16:creationId xmlns:a16="http://schemas.microsoft.com/office/drawing/2014/main" id="{49C73557-8359-4CF7-89BE-997899D172F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862" y="2542977"/>
            <a:ext cx="4068338" cy="3452522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7603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5325DE4-9039-2567-39FF-952F84C105F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CDFF6F2-97D7-21E9-03AA-8AB119536BAA}"/>
              </a:ext>
            </a:extLst>
          </p:cNvPr>
          <p:cNvSpPr txBox="1"/>
          <p:nvPr/>
        </p:nvSpPr>
        <p:spPr>
          <a:xfrm>
            <a:off x="4406787" y="1186242"/>
            <a:ext cx="3378425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s-CO" sz="2800" b="1" dirty="0">
                <a:solidFill>
                  <a:srgbClr val="55257D"/>
                </a:solidFill>
              </a:rPr>
              <a:t>Ciudades y Movilidad</a:t>
            </a:r>
          </a:p>
        </p:txBody>
      </p:sp>
      <p:pic>
        <p:nvPicPr>
          <p:cNvPr id="12" name="Graphic 11" descr="City with solid fill">
            <a:extLst>
              <a:ext uri="{FF2B5EF4-FFF2-40B4-BE49-F238E27FC236}">
                <a16:creationId xmlns:a16="http://schemas.microsoft.com/office/drawing/2014/main" id="{3EAFC934-4F65-69BF-380A-6FADFE551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3934" y="1890605"/>
            <a:ext cx="4560637" cy="4560637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A02C12A-BDF2-30B6-7A9F-9D361B1D39A8}"/>
              </a:ext>
            </a:extLst>
          </p:cNvPr>
          <p:cNvSpPr/>
          <p:nvPr/>
        </p:nvSpPr>
        <p:spPr>
          <a:xfrm>
            <a:off x="643851" y="3271300"/>
            <a:ext cx="6910354" cy="1106082"/>
          </a:xfrm>
          <a:prstGeom prst="roundRect">
            <a:avLst/>
          </a:prstGeom>
          <a:gradFill flip="none" rotWithShape="1">
            <a:gsLst>
              <a:gs pos="0">
                <a:srgbClr val="DFD128">
                  <a:tint val="66000"/>
                  <a:satMod val="160000"/>
                </a:srgbClr>
              </a:gs>
              <a:gs pos="50000">
                <a:srgbClr val="DFD128">
                  <a:tint val="44500"/>
                  <a:satMod val="160000"/>
                </a:srgbClr>
              </a:gs>
              <a:gs pos="100000">
                <a:srgbClr val="DFD128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9600" b="1">
                <a:solidFill>
                  <a:srgbClr val="8441A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8   10</a:t>
            </a:r>
            <a:endParaRPr lang="es-CO" sz="9600" b="1" dirty="0">
              <a:solidFill>
                <a:srgbClr val="8441A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CuadroTexto 30">
            <a:extLst>
              <a:ext uri="{FF2B5EF4-FFF2-40B4-BE49-F238E27FC236}">
                <a16:creationId xmlns:a16="http://schemas.microsoft.com/office/drawing/2014/main" id="{797A5343-8AB9-EFDF-5070-5B5D0263D4E4}"/>
              </a:ext>
            </a:extLst>
          </p:cNvPr>
          <p:cNvSpPr txBox="1"/>
          <p:nvPr/>
        </p:nvSpPr>
        <p:spPr>
          <a:xfrm>
            <a:off x="1477585" y="3408842"/>
            <a:ext cx="15361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8441A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</a:t>
            </a:r>
          </a:p>
          <a:p>
            <a:r>
              <a:rPr lang="es-CO" sz="2400" b="1" dirty="0">
                <a:solidFill>
                  <a:srgbClr val="8441A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cada</a:t>
            </a:r>
          </a:p>
        </p:txBody>
      </p:sp>
      <p:sp>
        <p:nvSpPr>
          <p:cNvPr id="19" name="CuadroTexto 31">
            <a:extLst>
              <a:ext uri="{FF2B5EF4-FFF2-40B4-BE49-F238E27FC236}">
                <a16:creationId xmlns:a16="http://schemas.microsoft.com/office/drawing/2014/main" id="{62066EB6-D989-C32F-92D5-970DA3A9D2A9}"/>
              </a:ext>
            </a:extLst>
          </p:cNvPr>
          <p:cNvSpPr txBox="1"/>
          <p:nvPr/>
        </p:nvSpPr>
        <p:spPr>
          <a:xfrm>
            <a:off x="3572234" y="3468479"/>
            <a:ext cx="38177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400" dirty="0">
                <a:latin typeface="Calibri" panose="020F0502020204030204" pitchFamily="34" charset="0"/>
                <a:cs typeface="Calibri" panose="020F0502020204030204" pitchFamily="34" charset="0"/>
              </a:rPr>
              <a:t>Colombianos viven en ciudades</a:t>
            </a:r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F117F9DB-357E-480E-886C-5597558DD60A}"/>
              </a:ext>
            </a:extLst>
          </p:cNvPr>
          <p:cNvSpPr txBox="1"/>
          <p:nvPr/>
        </p:nvSpPr>
        <p:spPr>
          <a:xfrm>
            <a:off x="120811" y="5567796"/>
            <a:ext cx="38177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400" dirty="0">
                <a:latin typeface="Calibri" panose="020F0502020204030204" pitchFamily="34" charset="0"/>
                <a:cs typeface="Calibri" panose="020F0502020204030204" pitchFamily="34" charset="0"/>
              </a:rPr>
              <a:t>(DANE, 2024)</a:t>
            </a:r>
          </a:p>
        </p:txBody>
      </p:sp>
    </p:spTree>
    <p:extLst>
      <p:ext uri="{BB962C8B-B14F-4D97-AF65-F5344CB8AC3E}">
        <p14:creationId xmlns:p14="http://schemas.microsoft.com/office/powerpoint/2010/main" val="3649360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5325DE4-9039-2567-39FF-952F84C105F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55257D"/>
          </a:solidFill>
          <a:ln w="60402" cap="flat">
            <a:noFill/>
            <a:prstDash val="solid"/>
            <a:miter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CDFF6F2-97D7-21E9-03AA-8AB119536BAA}"/>
              </a:ext>
            </a:extLst>
          </p:cNvPr>
          <p:cNvSpPr txBox="1"/>
          <p:nvPr/>
        </p:nvSpPr>
        <p:spPr>
          <a:xfrm>
            <a:off x="4406787" y="1186242"/>
            <a:ext cx="3378425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s-CO" sz="2800" b="1" dirty="0">
                <a:solidFill>
                  <a:srgbClr val="55257D"/>
                </a:solidFill>
              </a:rPr>
              <a:t>Ciudades y Movilidad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A02C12A-BDF2-30B6-7A9F-9D361B1D39A8}"/>
              </a:ext>
            </a:extLst>
          </p:cNvPr>
          <p:cNvSpPr/>
          <p:nvPr/>
        </p:nvSpPr>
        <p:spPr>
          <a:xfrm>
            <a:off x="643851" y="2753712"/>
            <a:ext cx="6910354" cy="1939055"/>
          </a:xfrm>
          <a:prstGeom prst="roundRect">
            <a:avLst/>
          </a:prstGeom>
          <a:gradFill flip="none" rotWithShape="1">
            <a:gsLst>
              <a:gs pos="0">
                <a:srgbClr val="DFD128">
                  <a:tint val="66000"/>
                  <a:satMod val="160000"/>
                </a:srgbClr>
              </a:gs>
              <a:gs pos="50000">
                <a:srgbClr val="DFD128">
                  <a:tint val="44500"/>
                  <a:satMod val="160000"/>
                </a:srgbClr>
              </a:gs>
              <a:gs pos="100000">
                <a:srgbClr val="DFD128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9600" b="1" dirty="0">
                <a:solidFill>
                  <a:srgbClr val="8441A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45%</a:t>
            </a:r>
          </a:p>
        </p:txBody>
      </p:sp>
      <p:sp>
        <p:nvSpPr>
          <p:cNvPr id="19" name="CuadroTexto 31">
            <a:extLst>
              <a:ext uri="{FF2B5EF4-FFF2-40B4-BE49-F238E27FC236}">
                <a16:creationId xmlns:a16="http://schemas.microsoft.com/office/drawing/2014/main" id="{62066EB6-D989-C32F-92D5-970DA3A9D2A9}"/>
              </a:ext>
            </a:extLst>
          </p:cNvPr>
          <p:cNvSpPr txBox="1"/>
          <p:nvPr/>
        </p:nvSpPr>
        <p:spPr>
          <a:xfrm>
            <a:off x="2829324" y="3106169"/>
            <a:ext cx="456063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dirty="0">
                <a:latin typeface="Calibri" panose="020F0502020204030204" pitchFamily="34" charset="0"/>
                <a:cs typeface="Calibri" panose="020F0502020204030204" pitchFamily="34" charset="0"/>
              </a:rPr>
              <a:t>Del parque automotor se concentra en 3 Áreas metropolitanas</a:t>
            </a:r>
          </a:p>
          <a:p>
            <a:pPr algn="ctr"/>
            <a:r>
              <a:rPr lang="es-CO" sz="2200" dirty="0">
                <a:latin typeface="Calibri" panose="020F0502020204030204" pitchFamily="34" charset="0"/>
                <a:cs typeface="Calibri" panose="020F0502020204030204" pitchFamily="34" charset="0"/>
              </a:rPr>
              <a:t>Bogotá, Medellín y Cali</a:t>
            </a:r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2D19D444-DED7-4172-9EC4-5212A3A0CE63}"/>
              </a:ext>
            </a:extLst>
          </p:cNvPr>
          <p:cNvSpPr txBox="1"/>
          <p:nvPr/>
        </p:nvSpPr>
        <p:spPr>
          <a:xfrm>
            <a:off x="120811" y="5567796"/>
            <a:ext cx="38177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400" dirty="0">
                <a:latin typeface="Calibri" panose="020F0502020204030204" pitchFamily="34" charset="0"/>
                <a:cs typeface="Calibri" panose="020F0502020204030204" pitchFamily="34" charset="0"/>
              </a:rPr>
              <a:t>(RUNT, 2024)</a:t>
            </a:r>
          </a:p>
        </p:txBody>
      </p:sp>
      <p:pic>
        <p:nvPicPr>
          <p:cNvPr id="8" name="Gráfico 4" descr="Coche">
            <a:extLst>
              <a:ext uri="{FF2B5EF4-FFF2-40B4-BE49-F238E27FC236}">
                <a16:creationId xmlns:a16="http://schemas.microsoft.com/office/drawing/2014/main" id="{CA5D3EF9-F8D6-47C6-B0D4-549842B1FD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6324" y="2841203"/>
            <a:ext cx="1489110" cy="1489110"/>
          </a:xfrm>
          <a:prstGeom prst="rect">
            <a:avLst/>
          </a:prstGeom>
        </p:spPr>
      </p:pic>
      <p:pic>
        <p:nvPicPr>
          <p:cNvPr id="9" name="Gráfico 10" descr="Bus">
            <a:extLst>
              <a:ext uri="{FF2B5EF4-FFF2-40B4-BE49-F238E27FC236}">
                <a16:creationId xmlns:a16="http://schemas.microsoft.com/office/drawing/2014/main" id="{857E0EDA-AE18-4749-88FE-920EB09DCB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03404" y="3917543"/>
            <a:ext cx="1739397" cy="1739397"/>
          </a:xfrm>
          <a:prstGeom prst="rect">
            <a:avLst/>
          </a:prstGeom>
        </p:spPr>
      </p:pic>
      <p:pic>
        <p:nvPicPr>
          <p:cNvPr id="10" name="Gráfico 6" descr="Motocicleta">
            <a:extLst>
              <a:ext uri="{FF2B5EF4-FFF2-40B4-BE49-F238E27FC236}">
                <a16:creationId xmlns:a16="http://schemas.microsoft.com/office/drawing/2014/main" id="{1CDA94C6-D988-412F-B973-4D329D301B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20044" y="2999517"/>
            <a:ext cx="1321299" cy="1321299"/>
          </a:xfrm>
          <a:prstGeom prst="rect">
            <a:avLst/>
          </a:prstGeom>
        </p:spPr>
      </p:pic>
      <p:pic>
        <p:nvPicPr>
          <p:cNvPr id="13" name="Gráfico 12" descr="Camión volquete">
            <a:extLst>
              <a:ext uri="{FF2B5EF4-FFF2-40B4-BE49-F238E27FC236}">
                <a16:creationId xmlns:a16="http://schemas.microsoft.com/office/drawing/2014/main" id="{059540B8-6897-422F-A444-53F74F87F3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21246" y="1282045"/>
            <a:ext cx="2303713" cy="230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4007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44C3A4C2-7ECC-4AB6-8439-19F92D6DF7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CDFF6F2-97D7-21E9-03AA-8AB119536BAA}"/>
              </a:ext>
            </a:extLst>
          </p:cNvPr>
          <p:cNvSpPr txBox="1"/>
          <p:nvPr/>
        </p:nvSpPr>
        <p:spPr>
          <a:xfrm>
            <a:off x="4406787" y="1186242"/>
            <a:ext cx="3378425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s-CO" sz="2800" b="1" dirty="0">
                <a:solidFill>
                  <a:srgbClr val="55257D"/>
                </a:solidFill>
              </a:rPr>
              <a:t>Ciudades y Movilidad</a:t>
            </a:r>
          </a:p>
        </p:txBody>
      </p:sp>
      <p:pic>
        <p:nvPicPr>
          <p:cNvPr id="4" name="Gráfico 3" descr="Camión volquete">
            <a:extLst>
              <a:ext uri="{FF2B5EF4-FFF2-40B4-BE49-F238E27FC236}">
                <a16:creationId xmlns:a16="http://schemas.microsoft.com/office/drawing/2014/main" id="{5AF7C102-48CD-4BDD-ADA4-C0E9D05D7D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719" y="2274537"/>
            <a:ext cx="3102634" cy="3102634"/>
          </a:xfrm>
          <a:prstGeom prst="rect">
            <a:avLst/>
          </a:prstGeom>
        </p:spPr>
      </p:pic>
      <p:sp>
        <p:nvSpPr>
          <p:cNvPr id="13" name="CuadroTexto 31">
            <a:extLst>
              <a:ext uri="{FF2B5EF4-FFF2-40B4-BE49-F238E27FC236}">
                <a16:creationId xmlns:a16="http://schemas.microsoft.com/office/drawing/2014/main" id="{E0A67363-412A-4118-84B7-586EE837162F}"/>
              </a:ext>
            </a:extLst>
          </p:cNvPr>
          <p:cNvSpPr txBox="1"/>
          <p:nvPr/>
        </p:nvSpPr>
        <p:spPr>
          <a:xfrm>
            <a:off x="120811" y="5567796"/>
            <a:ext cx="38177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400" dirty="0">
                <a:latin typeface="Calibri" panose="020F0502020204030204" pitchFamily="34" charset="0"/>
                <a:cs typeface="Calibri" panose="020F0502020204030204" pitchFamily="34" charset="0"/>
              </a:rPr>
              <a:t>(RUNT, 2024)</a:t>
            </a:r>
          </a:p>
        </p:txBody>
      </p:sp>
      <p:pic>
        <p:nvPicPr>
          <p:cNvPr id="27" name="Gráfico 26" descr="Globo de pensamiento">
            <a:extLst>
              <a:ext uri="{FF2B5EF4-FFF2-40B4-BE49-F238E27FC236}">
                <a16:creationId xmlns:a16="http://schemas.microsoft.com/office/drawing/2014/main" id="{C3F8840F-643F-4444-9E1C-322B8A2235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208156" y="1433085"/>
            <a:ext cx="1288597" cy="128859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EBBFBBC3-40AF-4F70-954A-7D8B0CF7D3DA}"/>
              </a:ext>
            </a:extLst>
          </p:cNvPr>
          <p:cNvSpPr/>
          <p:nvPr/>
        </p:nvSpPr>
        <p:spPr>
          <a:xfrm>
            <a:off x="2161497" y="2583658"/>
            <a:ext cx="241539" cy="741872"/>
          </a:xfrm>
          <a:prstGeom prst="rect">
            <a:avLst/>
          </a:prstGeom>
          <a:solidFill>
            <a:srgbClr val="5525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14">
            <a:extLst>
              <a:ext uri="{FF2B5EF4-FFF2-40B4-BE49-F238E27FC236}">
                <a16:creationId xmlns:a16="http://schemas.microsoft.com/office/drawing/2014/main" id="{63D12FC1-4AEC-441A-9272-00E60A27112E}"/>
              </a:ext>
            </a:extLst>
          </p:cNvPr>
          <p:cNvSpPr/>
          <p:nvPr/>
        </p:nvSpPr>
        <p:spPr>
          <a:xfrm>
            <a:off x="3450094" y="2030617"/>
            <a:ext cx="6910354" cy="1106082"/>
          </a:xfrm>
          <a:prstGeom prst="roundRect">
            <a:avLst/>
          </a:prstGeom>
          <a:gradFill flip="none" rotWithShape="1">
            <a:gsLst>
              <a:gs pos="0">
                <a:srgbClr val="DFD128">
                  <a:tint val="66000"/>
                  <a:satMod val="160000"/>
                </a:srgbClr>
              </a:gs>
              <a:gs pos="50000">
                <a:srgbClr val="DFD128">
                  <a:tint val="44500"/>
                  <a:satMod val="160000"/>
                </a:srgbClr>
              </a:gs>
              <a:gs pos="100000">
                <a:srgbClr val="DFD128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9600" b="1" dirty="0">
                <a:solidFill>
                  <a:srgbClr val="8441A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2,2%</a:t>
            </a:r>
          </a:p>
        </p:txBody>
      </p:sp>
      <p:sp>
        <p:nvSpPr>
          <p:cNvPr id="33" name="CuadroTexto 31">
            <a:extLst>
              <a:ext uri="{FF2B5EF4-FFF2-40B4-BE49-F238E27FC236}">
                <a16:creationId xmlns:a16="http://schemas.microsoft.com/office/drawing/2014/main" id="{CDD71753-5779-41C6-A1FC-CDF89940DDD4}"/>
              </a:ext>
            </a:extLst>
          </p:cNvPr>
          <p:cNvSpPr txBox="1"/>
          <p:nvPr/>
        </p:nvSpPr>
        <p:spPr>
          <a:xfrm>
            <a:off x="6095999" y="2139305"/>
            <a:ext cx="381772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600" dirty="0">
                <a:latin typeface="Calibri" panose="020F0502020204030204" pitchFamily="34" charset="0"/>
                <a:cs typeface="Calibri" panose="020F0502020204030204" pitchFamily="34" charset="0"/>
              </a:rPr>
              <a:t>del parque automotor en Colombia son Camiones</a:t>
            </a:r>
          </a:p>
        </p:txBody>
      </p:sp>
      <p:sp>
        <p:nvSpPr>
          <p:cNvPr id="34" name="Rectangle: Rounded Corners 14">
            <a:extLst>
              <a:ext uri="{FF2B5EF4-FFF2-40B4-BE49-F238E27FC236}">
                <a16:creationId xmlns:a16="http://schemas.microsoft.com/office/drawing/2014/main" id="{EB8A35DD-169B-454F-BC61-D1B86E28F666}"/>
              </a:ext>
            </a:extLst>
          </p:cNvPr>
          <p:cNvSpPr/>
          <p:nvPr/>
        </p:nvSpPr>
        <p:spPr>
          <a:xfrm>
            <a:off x="4330035" y="4061234"/>
            <a:ext cx="6910354" cy="1106082"/>
          </a:xfrm>
          <a:prstGeom prst="roundRect">
            <a:avLst/>
          </a:prstGeom>
          <a:gradFill flip="none" rotWithShape="1">
            <a:gsLst>
              <a:gs pos="0">
                <a:srgbClr val="DFD128">
                  <a:tint val="66000"/>
                  <a:satMod val="160000"/>
                </a:srgbClr>
              </a:gs>
              <a:gs pos="50000">
                <a:srgbClr val="DFD128">
                  <a:tint val="44500"/>
                  <a:satMod val="160000"/>
                </a:srgbClr>
              </a:gs>
              <a:gs pos="100000">
                <a:srgbClr val="DFD128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9600" b="1" dirty="0">
                <a:solidFill>
                  <a:srgbClr val="8441A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62%</a:t>
            </a:r>
          </a:p>
        </p:txBody>
      </p:sp>
      <p:sp>
        <p:nvSpPr>
          <p:cNvPr id="36" name="CuadroTexto 31">
            <a:extLst>
              <a:ext uri="{FF2B5EF4-FFF2-40B4-BE49-F238E27FC236}">
                <a16:creationId xmlns:a16="http://schemas.microsoft.com/office/drawing/2014/main" id="{E41934BE-7D6F-417B-8516-97B24E79DCBA}"/>
              </a:ext>
            </a:extLst>
          </p:cNvPr>
          <p:cNvSpPr txBox="1"/>
          <p:nvPr/>
        </p:nvSpPr>
        <p:spPr>
          <a:xfrm>
            <a:off x="6542721" y="4378599"/>
            <a:ext cx="38177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200" dirty="0">
                <a:latin typeface="Calibri" panose="020F0502020204030204" pitchFamily="34" charset="0"/>
                <a:cs typeface="Calibri" panose="020F0502020204030204" pitchFamily="34" charset="0"/>
              </a:rPr>
              <a:t>Son motocicletas</a:t>
            </a:r>
          </a:p>
        </p:txBody>
      </p:sp>
      <p:pic>
        <p:nvPicPr>
          <p:cNvPr id="17" name="Gráfico 16" descr="Motocicleta">
            <a:extLst>
              <a:ext uri="{FF2B5EF4-FFF2-40B4-BE49-F238E27FC236}">
                <a16:creationId xmlns:a16="http://schemas.microsoft.com/office/drawing/2014/main" id="{68D358E0-2F7B-4E7B-8576-36126A030D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73941" y="2592825"/>
            <a:ext cx="2574491" cy="257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1077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1" grpId="0" animBg="1"/>
      <p:bldP spid="33" grpId="0"/>
      <p:bldP spid="34" grpId="0" animBg="1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A4B1B-9054-E515-AAAE-85170DBF4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1B86D053-71AD-9126-F331-DEFC5371D7D8}"/>
              </a:ext>
            </a:extLst>
          </p:cNvPr>
          <p:cNvSpPr/>
          <p:nvPr/>
        </p:nvSpPr>
        <p:spPr>
          <a:xfrm>
            <a:off x="1396932" y="2149110"/>
            <a:ext cx="2922633" cy="2742930"/>
          </a:xfrm>
          <a:prstGeom prst="flowChartConnector">
            <a:avLst/>
          </a:prstGeom>
          <a:gradFill flip="none" rotWithShape="1">
            <a:gsLst>
              <a:gs pos="0">
                <a:srgbClr val="55257D">
                  <a:tint val="66000"/>
                  <a:satMod val="160000"/>
                </a:srgbClr>
              </a:gs>
              <a:gs pos="50000">
                <a:srgbClr val="55257D">
                  <a:tint val="44500"/>
                  <a:satMod val="160000"/>
                </a:srgbClr>
              </a:gs>
              <a:gs pos="100000">
                <a:srgbClr val="55257D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7EA5021-C8F6-3CBB-BA25-13E9969B21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ABD6D8F-BC23-613A-70B7-89CD5EEEC38A}"/>
              </a:ext>
            </a:extLst>
          </p:cNvPr>
          <p:cNvSpPr txBox="1"/>
          <p:nvPr/>
        </p:nvSpPr>
        <p:spPr>
          <a:xfrm>
            <a:off x="1456425" y="1323788"/>
            <a:ext cx="24243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latin typeface="Calibri"/>
                <a:ea typeface="Calibri"/>
                <a:cs typeface="Calibri"/>
                <a:sym typeface="Calibri"/>
              </a:rPr>
              <a:t>Movilidad</a:t>
            </a:r>
            <a:endParaRPr lang="en-US" sz="2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FC2648CB-427A-3A14-47D3-78C0F5327A06}"/>
              </a:ext>
            </a:extLst>
          </p:cNvPr>
          <p:cNvSpPr/>
          <p:nvPr/>
        </p:nvSpPr>
        <p:spPr>
          <a:xfrm>
            <a:off x="4845957" y="2288150"/>
            <a:ext cx="2371272" cy="2271489"/>
          </a:xfrm>
          <a:prstGeom prst="flowChartConnector">
            <a:avLst/>
          </a:prstGeom>
          <a:solidFill>
            <a:srgbClr val="5525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1E5FF7-AA5F-69C8-954D-5963A6CF4C13}"/>
              </a:ext>
            </a:extLst>
          </p:cNvPr>
          <p:cNvSpPr txBox="1"/>
          <p:nvPr/>
        </p:nvSpPr>
        <p:spPr>
          <a:xfrm>
            <a:off x="4472750" y="1138803"/>
            <a:ext cx="331136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>
                <a:latin typeface="Calibri"/>
                <a:ea typeface="Calibri"/>
                <a:cs typeface="Calibri"/>
                <a:sym typeface="Calibri"/>
              </a:rPr>
              <a:t>Enfoque de género e</a:t>
            </a:r>
            <a:r>
              <a:rPr lang="pt-BR" sz="2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800" dirty="0">
                <a:latin typeface="Calibri"/>
                <a:ea typeface="Calibri"/>
                <a:cs typeface="Calibri"/>
                <a:sym typeface="Calibri"/>
              </a:rPr>
              <a:t>interseccional</a:t>
            </a: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4D760D74-A7F5-634A-1D5E-E5B5024810B4}"/>
              </a:ext>
            </a:extLst>
          </p:cNvPr>
          <p:cNvSpPr/>
          <p:nvPr/>
        </p:nvSpPr>
        <p:spPr>
          <a:xfrm>
            <a:off x="1499293" y="2257349"/>
            <a:ext cx="2271956" cy="2271489"/>
          </a:xfrm>
          <a:prstGeom prst="flowChartConnector">
            <a:avLst/>
          </a:prstGeom>
          <a:solidFill>
            <a:srgbClr val="5525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51A237E6-132C-06B7-6410-04F058CADD44}"/>
              </a:ext>
            </a:extLst>
          </p:cNvPr>
          <p:cNvSpPr/>
          <p:nvPr/>
        </p:nvSpPr>
        <p:spPr>
          <a:xfrm>
            <a:off x="8691445" y="2257349"/>
            <a:ext cx="2271956" cy="2271489"/>
          </a:xfrm>
          <a:prstGeom prst="flowChartConnector">
            <a:avLst/>
          </a:prstGeom>
          <a:solidFill>
            <a:srgbClr val="5525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7" name="Gráfico 4" descr="Coche">
            <a:extLst>
              <a:ext uri="{FF2B5EF4-FFF2-40B4-BE49-F238E27FC236}">
                <a16:creationId xmlns:a16="http://schemas.microsoft.com/office/drawing/2014/main" id="{4B580427-B258-EF79-D6AA-9DB7C9C2D91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2822" y="2502878"/>
            <a:ext cx="1015784" cy="1015784"/>
          </a:xfrm>
          <a:prstGeom prst="rect">
            <a:avLst/>
          </a:prstGeom>
        </p:spPr>
      </p:pic>
      <p:pic>
        <p:nvPicPr>
          <p:cNvPr id="29" name="Gráfico 10" descr="Bus">
            <a:extLst>
              <a:ext uri="{FF2B5EF4-FFF2-40B4-BE49-F238E27FC236}">
                <a16:creationId xmlns:a16="http://schemas.microsoft.com/office/drawing/2014/main" id="{A54A10F7-610B-A366-695A-73B17B0A60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06868" y="3100147"/>
            <a:ext cx="1186515" cy="1186515"/>
          </a:xfrm>
          <a:prstGeom prst="rect">
            <a:avLst/>
          </a:prstGeom>
        </p:spPr>
      </p:pic>
      <p:pic>
        <p:nvPicPr>
          <p:cNvPr id="28" name="Gráfico 6" descr="Motocicleta">
            <a:extLst>
              <a:ext uri="{FF2B5EF4-FFF2-40B4-BE49-F238E27FC236}">
                <a16:creationId xmlns:a16="http://schemas.microsoft.com/office/drawing/2014/main" id="{2BD39F81-6C24-1E10-3ACC-5D72A64AA6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68606" y="2491780"/>
            <a:ext cx="901313" cy="901313"/>
          </a:xfrm>
          <a:prstGeom prst="rect">
            <a:avLst/>
          </a:prstGeom>
        </p:spPr>
      </p:pic>
      <p:pic>
        <p:nvPicPr>
          <p:cNvPr id="39" name="Graphic 38" descr="Man with solid fill">
            <a:extLst>
              <a:ext uri="{FF2B5EF4-FFF2-40B4-BE49-F238E27FC236}">
                <a16:creationId xmlns:a16="http://schemas.microsoft.com/office/drawing/2014/main" id="{0FE35ED9-4FCA-AECD-2700-2BCFB3C9E9E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95733" y="2702828"/>
            <a:ext cx="1298288" cy="1298288"/>
          </a:xfrm>
          <a:prstGeom prst="rect">
            <a:avLst/>
          </a:prstGeom>
        </p:spPr>
      </p:pic>
      <p:pic>
        <p:nvPicPr>
          <p:cNvPr id="41" name="Graphic 40" descr="Woman with solid fill">
            <a:extLst>
              <a:ext uri="{FF2B5EF4-FFF2-40B4-BE49-F238E27FC236}">
                <a16:creationId xmlns:a16="http://schemas.microsoft.com/office/drawing/2014/main" id="{133942B9-8D9C-C323-7C1F-01CC248C6E2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18858" y="2688728"/>
            <a:ext cx="1298288" cy="129828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FD6C514A-7C0F-3DB6-5036-74F74FAA2836}"/>
              </a:ext>
            </a:extLst>
          </p:cNvPr>
          <p:cNvSpPr txBox="1"/>
          <p:nvPr/>
        </p:nvSpPr>
        <p:spPr>
          <a:xfrm>
            <a:off x="7922422" y="1138802"/>
            <a:ext cx="381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Cambio </a:t>
            </a:r>
            <a:r>
              <a:rPr lang="en-US" sz="2800" dirty="0" err="1">
                <a:latin typeface="Calibri"/>
                <a:ea typeface="Calibri"/>
                <a:cs typeface="Calibri"/>
                <a:sym typeface="Calibri"/>
              </a:rPr>
              <a:t>climático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2800" dirty="0" err="1">
                <a:latin typeface="Calibri"/>
                <a:ea typeface="Calibri"/>
                <a:cs typeface="Calibri"/>
                <a:sym typeface="Calibri"/>
              </a:rPr>
              <a:t>género</a:t>
            </a:r>
            <a:endParaRPr lang="en-US" sz="2800" dirty="0"/>
          </a:p>
        </p:txBody>
      </p:sp>
      <p:sp>
        <p:nvSpPr>
          <p:cNvPr id="45" name="Google Shape;113;g362cd72e617_0_5">
            <a:extLst>
              <a:ext uri="{FF2B5EF4-FFF2-40B4-BE49-F238E27FC236}">
                <a16:creationId xmlns:a16="http://schemas.microsoft.com/office/drawing/2014/main" id="{A6D51709-CAB9-6A46-4CAC-895F40EA939D}"/>
              </a:ext>
            </a:extLst>
          </p:cNvPr>
          <p:cNvSpPr txBox="1"/>
          <p:nvPr/>
        </p:nvSpPr>
        <p:spPr>
          <a:xfrm>
            <a:off x="3700836" y="4792758"/>
            <a:ext cx="4855191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Impacto </a:t>
            </a:r>
            <a:r>
              <a:rPr lang="en-US" sz="2800" dirty="0" err="1">
                <a:latin typeface="Calibri"/>
                <a:ea typeface="Calibri"/>
                <a:cs typeface="Calibri"/>
                <a:sym typeface="Calibri"/>
              </a:rPr>
              <a:t>desigual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800" dirty="0" err="1">
                <a:latin typeface="Calibri"/>
                <a:ea typeface="Calibri"/>
                <a:cs typeface="Calibri"/>
                <a:sym typeface="Calibri"/>
              </a:rPr>
              <a:t>emisiones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entre hombres y </a:t>
            </a:r>
            <a:r>
              <a:rPr lang="en-US" sz="2800" dirty="0" err="1">
                <a:latin typeface="Calibri"/>
                <a:ea typeface="Calibri"/>
                <a:cs typeface="Calibri"/>
                <a:sym typeface="Calibri"/>
              </a:rPr>
              <a:t>mujeres</a:t>
            </a:r>
            <a:endParaRPr sz="2400" dirty="0"/>
          </a:p>
        </p:txBody>
      </p:sp>
      <p:pic>
        <p:nvPicPr>
          <p:cNvPr id="47" name="Graphic 46" descr="Plant with solid fill">
            <a:extLst>
              <a:ext uri="{FF2B5EF4-FFF2-40B4-BE49-F238E27FC236}">
                <a16:creationId xmlns:a16="http://schemas.microsoft.com/office/drawing/2014/main" id="{6E3C06E2-9FA0-2B81-CDB7-053F1631BBD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592585" y="2508310"/>
            <a:ext cx="1185094" cy="1185094"/>
          </a:xfrm>
          <a:prstGeom prst="rect">
            <a:avLst/>
          </a:prstGeom>
        </p:spPr>
      </p:pic>
      <p:pic>
        <p:nvPicPr>
          <p:cNvPr id="49" name="Graphic 48" descr="Power Plant with solid fill">
            <a:extLst>
              <a:ext uri="{FF2B5EF4-FFF2-40B4-BE49-F238E27FC236}">
                <a16:creationId xmlns:a16="http://schemas.microsoft.com/office/drawing/2014/main" id="{5FBD3C6E-050E-D393-2155-FE119B078F2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066194" y="3206000"/>
            <a:ext cx="914400" cy="914400"/>
          </a:xfrm>
          <a:prstGeom prst="rect">
            <a:avLst/>
          </a:prstGeom>
        </p:spPr>
      </p:pic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ADC58E09-33A7-EAF7-5594-4AB2B2A8C48B}"/>
              </a:ext>
            </a:extLst>
          </p:cNvPr>
          <p:cNvSpPr/>
          <p:nvPr/>
        </p:nvSpPr>
        <p:spPr>
          <a:xfrm>
            <a:off x="1211211" y="2049828"/>
            <a:ext cx="2801961" cy="2742930"/>
          </a:xfrm>
          <a:prstGeom prst="flowChartConnector">
            <a:avLst/>
          </a:prstGeom>
          <a:noFill/>
          <a:ln w="57150">
            <a:solidFill>
              <a:srgbClr val="DFD128"/>
            </a:solidFill>
            <a:prstDash val="sysDot"/>
            <a:extLst>
              <a:ext uri="{C807C97D-BFC1-408E-A445-0C87EB9F89A2}">
                <ask:lineSketchStyleProps xmlns="" xmlns:ask="http://schemas.microsoft.com/office/drawing/2018/sketchyshapes" sd="879248734">
                  <a:custGeom>
                    <a:avLst/>
                    <a:gdLst>
                      <a:gd name="connsiteX0" fmla="*/ 0 w 2728949"/>
                      <a:gd name="connsiteY0" fmla="*/ 1371465 h 2742930"/>
                      <a:gd name="connsiteX1" fmla="*/ 1364475 w 2728949"/>
                      <a:gd name="connsiteY1" fmla="*/ 0 h 2742930"/>
                      <a:gd name="connsiteX2" fmla="*/ 2728950 w 2728949"/>
                      <a:gd name="connsiteY2" fmla="*/ 1371465 h 2742930"/>
                      <a:gd name="connsiteX3" fmla="*/ 1364475 w 2728949"/>
                      <a:gd name="connsiteY3" fmla="*/ 2742930 h 2742930"/>
                      <a:gd name="connsiteX4" fmla="*/ 0 w 2728949"/>
                      <a:gd name="connsiteY4" fmla="*/ 1371465 h 27429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28949" h="2742930" extrusionOk="0">
                        <a:moveTo>
                          <a:pt x="0" y="1371465"/>
                        </a:moveTo>
                        <a:cubicBezTo>
                          <a:pt x="-53157" y="551517"/>
                          <a:pt x="707405" y="-35040"/>
                          <a:pt x="1364475" y="0"/>
                        </a:cubicBezTo>
                        <a:cubicBezTo>
                          <a:pt x="2098464" y="11007"/>
                          <a:pt x="2785133" y="597261"/>
                          <a:pt x="2728950" y="1371465"/>
                        </a:cubicBezTo>
                        <a:cubicBezTo>
                          <a:pt x="2672700" y="2016757"/>
                          <a:pt x="2105605" y="2781666"/>
                          <a:pt x="1364475" y="2742930"/>
                        </a:cubicBezTo>
                        <a:cubicBezTo>
                          <a:pt x="699409" y="2620824"/>
                          <a:pt x="11393" y="2127966"/>
                          <a:pt x="0" y="137146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928F28ED-AB8D-29D9-9F8A-51F29DAB1BCA}"/>
              </a:ext>
            </a:extLst>
          </p:cNvPr>
          <p:cNvSpPr/>
          <p:nvPr/>
        </p:nvSpPr>
        <p:spPr>
          <a:xfrm>
            <a:off x="4655193" y="2021628"/>
            <a:ext cx="2801961" cy="2742930"/>
          </a:xfrm>
          <a:prstGeom prst="flowChartConnector">
            <a:avLst/>
          </a:prstGeom>
          <a:noFill/>
          <a:ln w="57150">
            <a:solidFill>
              <a:srgbClr val="DFD128"/>
            </a:solidFill>
            <a:prstDash val="sysDot"/>
            <a:extLst>
              <a:ext uri="{C807C97D-BFC1-408E-A445-0C87EB9F89A2}">
                <ask:lineSketchStyleProps xmlns="" xmlns:ask="http://schemas.microsoft.com/office/drawing/2018/sketchyshapes" sd="879248734">
                  <a:custGeom>
                    <a:avLst/>
                    <a:gdLst>
                      <a:gd name="connsiteX0" fmla="*/ 0 w 2728949"/>
                      <a:gd name="connsiteY0" fmla="*/ 1371465 h 2742930"/>
                      <a:gd name="connsiteX1" fmla="*/ 1364475 w 2728949"/>
                      <a:gd name="connsiteY1" fmla="*/ 0 h 2742930"/>
                      <a:gd name="connsiteX2" fmla="*/ 2728950 w 2728949"/>
                      <a:gd name="connsiteY2" fmla="*/ 1371465 h 2742930"/>
                      <a:gd name="connsiteX3" fmla="*/ 1364475 w 2728949"/>
                      <a:gd name="connsiteY3" fmla="*/ 2742930 h 2742930"/>
                      <a:gd name="connsiteX4" fmla="*/ 0 w 2728949"/>
                      <a:gd name="connsiteY4" fmla="*/ 1371465 h 27429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28949" h="2742930" extrusionOk="0">
                        <a:moveTo>
                          <a:pt x="0" y="1371465"/>
                        </a:moveTo>
                        <a:cubicBezTo>
                          <a:pt x="-53157" y="551517"/>
                          <a:pt x="707405" y="-35040"/>
                          <a:pt x="1364475" y="0"/>
                        </a:cubicBezTo>
                        <a:cubicBezTo>
                          <a:pt x="2098464" y="11007"/>
                          <a:pt x="2785133" y="597261"/>
                          <a:pt x="2728950" y="1371465"/>
                        </a:cubicBezTo>
                        <a:cubicBezTo>
                          <a:pt x="2672700" y="2016757"/>
                          <a:pt x="2105605" y="2781666"/>
                          <a:pt x="1364475" y="2742930"/>
                        </a:cubicBezTo>
                        <a:cubicBezTo>
                          <a:pt x="699409" y="2620824"/>
                          <a:pt x="11393" y="2127966"/>
                          <a:pt x="0" y="137146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0F6B5630-94FC-C9B1-F15F-C68FA3F18661}"/>
              </a:ext>
            </a:extLst>
          </p:cNvPr>
          <p:cNvSpPr/>
          <p:nvPr/>
        </p:nvSpPr>
        <p:spPr>
          <a:xfrm>
            <a:off x="8439715" y="2049828"/>
            <a:ext cx="2801961" cy="2742930"/>
          </a:xfrm>
          <a:prstGeom prst="flowChartConnector">
            <a:avLst/>
          </a:prstGeom>
          <a:noFill/>
          <a:ln w="57150">
            <a:solidFill>
              <a:srgbClr val="DFD128"/>
            </a:solidFill>
            <a:prstDash val="sysDot"/>
            <a:extLst>
              <a:ext uri="{C807C97D-BFC1-408E-A445-0C87EB9F89A2}">
                <ask:lineSketchStyleProps xmlns="" xmlns:ask="http://schemas.microsoft.com/office/drawing/2018/sketchyshapes" sd="879248734">
                  <a:custGeom>
                    <a:avLst/>
                    <a:gdLst>
                      <a:gd name="connsiteX0" fmla="*/ 0 w 2728949"/>
                      <a:gd name="connsiteY0" fmla="*/ 1371465 h 2742930"/>
                      <a:gd name="connsiteX1" fmla="*/ 1364475 w 2728949"/>
                      <a:gd name="connsiteY1" fmla="*/ 0 h 2742930"/>
                      <a:gd name="connsiteX2" fmla="*/ 2728950 w 2728949"/>
                      <a:gd name="connsiteY2" fmla="*/ 1371465 h 2742930"/>
                      <a:gd name="connsiteX3" fmla="*/ 1364475 w 2728949"/>
                      <a:gd name="connsiteY3" fmla="*/ 2742930 h 2742930"/>
                      <a:gd name="connsiteX4" fmla="*/ 0 w 2728949"/>
                      <a:gd name="connsiteY4" fmla="*/ 1371465 h 27429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28949" h="2742930" extrusionOk="0">
                        <a:moveTo>
                          <a:pt x="0" y="1371465"/>
                        </a:moveTo>
                        <a:cubicBezTo>
                          <a:pt x="-53157" y="551517"/>
                          <a:pt x="707405" y="-35040"/>
                          <a:pt x="1364475" y="0"/>
                        </a:cubicBezTo>
                        <a:cubicBezTo>
                          <a:pt x="2098464" y="11007"/>
                          <a:pt x="2785133" y="597261"/>
                          <a:pt x="2728950" y="1371465"/>
                        </a:cubicBezTo>
                        <a:cubicBezTo>
                          <a:pt x="2672700" y="2016757"/>
                          <a:pt x="2105605" y="2781666"/>
                          <a:pt x="1364475" y="2742930"/>
                        </a:cubicBezTo>
                        <a:cubicBezTo>
                          <a:pt x="699409" y="2620824"/>
                          <a:pt x="11393" y="2127966"/>
                          <a:pt x="0" y="137146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75641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D7CE0-4F2F-E5E4-B5DB-12F4D7660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A37B0B4-135C-3939-22D4-37D6B3AD7D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4">
            <a:extLst>
              <a:ext uri="{FF2B5EF4-FFF2-40B4-BE49-F238E27FC236}">
                <a16:creationId xmlns:a16="http://schemas.microsoft.com/office/drawing/2014/main" id="{20B505F4-244D-CFFC-7114-7E1BA3CB4E19}"/>
              </a:ext>
            </a:extLst>
          </p:cNvPr>
          <p:cNvSpPr txBox="1"/>
          <p:nvPr/>
        </p:nvSpPr>
        <p:spPr>
          <a:xfrm>
            <a:off x="412204" y="1012278"/>
            <a:ext cx="11367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>
                <a:solidFill>
                  <a:srgbClr val="55257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¿Cómo nos movemos por la ciudad?</a:t>
            </a:r>
          </a:p>
        </p:txBody>
      </p:sp>
      <p:pic>
        <p:nvPicPr>
          <p:cNvPr id="4" name="Gráfico 58" descr="Escena de parque con relleno sólido">
            <a:extLst>
              <a:ext uri="{FF2B5EF4-FFF2-40B4-BE49-F238E27FC236}">
                <a16:creationId xmlns:a16="http://schemas.microsoft.com/office/drawing/2014/main" id="{0FAE2AF4-F663-61EF-3D9F-44FEFC36BF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163" y="1711629"/>
            <a:ext cx="1094343" cy="1094343"/>
          </a:xfrm>
          <a:prstGeom prst="rect">
            <a:avLst/>
          </a:prstGeom>
        </p:spPr>
      </p:pic>
      <p:pic>
        <p:nvPicPr>
          <p:cNvPr id="6" name="Gráfico 61" descr="Hospital con relleno sólido">
            <a:extLst>
              <a:ext uri="{FF2B5EF4-FFF2-40B4-BE49-F238E27FC236}">
                <a16:creationId xmlns:a16="http://schemas.microsoft.com/office/drawing/2014/main" id="{2C10AA06-96C2-4187-CFF5-8C383279FE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979" y="3974353"/>
            <a:ext cx="1094343" cy="1094343"/>
          </a:xfrm>
          <a:prstGeom prst="rect">
            <a:avLst/>
          </a:prstGeom>
        </p:spPr>
      </p:pic>
      <p:pic>
        <p:nvPicPr>
          <p:cNvPr id="8" name="Gráfico 1024" descr="Centro educativo con relleno sólido">
            <a:extLst>
              <a:ext uri="{FF2B5EF4-FFF2-40B4-BE49-F238E27FC236}">
                <a16:creationId xmlns:a16="http://schemas.microsoft.com/office/drawing/2014/main" id="{9C045E1D-6856-3C19-6C92-067241CEAF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8853" y="4389601"/>
            <a:ext cx="1094343" cy="1094343"/>
          </a:xfrm>
          <a:prstGeom prst="rect">
            <a:avLst/>
          </a:prstGeom>
        </p:spPr>
      </p:pic>
      <p:pic>
        <p:nvPicPr>
          <p:cNvPr id="9" name="Gráfico 1026" descr="Escena suburbana con relleno sólido">
            <a:extLst>
              <a:ext uri="{FF2B5EF4-FFF2-40B4-BE49-F238E27FC236}">
                <a16:creationId xmlns:a16="http://schemas.microsoft.com/office/drawing/2014/main" id="{436FDF96-3537-0CF3-B2EA-4F4C5CBA29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17630" y="2773295"/>
            <a:ext cx="1094343" cy="1094343"/>
          </a:xfrm>
          <a:prstGeom prst="rect">
            <a:avLst/>
          </a:prstGeom>
        </p:spPr>
      </p:pic>
      <p:pic>
        <p:nvPicPr>
          <p:cNvPr id="10" name="Gráfico 1028" descr="Edificio con relleno sólido">
            <a:extLst>
              <a:ext uri="{FF2B5EF4-FFF2-40B4-BE49-F238E27FC236}">
                <a16:creationId xmlns:a16="http://schemas.microsoft.com/office/drawing/2014/main" id="{FC78EDFA-B44F-807A-089E-CD5E914CE0B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90321" y="1706141"/>
            <a:ext cx="1094343" cy="1094343"/>
          </a:xfrm>
          <a:prstGeom prst="rect">
            <a:avLst/>
          </a:prstGeom>
        </p:spPr>
      </p:pic>
      <p:sp>
        <p:nvSpPr>
          <p:cNvPr id="11" name="CuadroTexto 1031">
            <a:extLst>
              <a:ext uri="{FF2B5EF4-FFF2-40B4-BE49-F238E27FC236}">
                <a16:creationId xmlns:a16="http://schemas.microsoft.com/office/drawing/2014/main" id="{82D53CB3-8EE6-6045-80E8-784056A65E3A}"/>
              </a:ext>
            </a:extLst>
          </p:cNvPr>
          <p:cNvSpPr txBox="1"/>
          <p:nvPr/>
        </p:nvSpPr>
        <p:spPr>
          <a:xfrm>
            <a:off x="4253515" y="5227763"/>
            <a:ext cx="19050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dirty="0">
                <a:latin typeface="Calibri" panose="020F0502020204030204" pitchFamily="34" charset="0"/>
                <a:cs typeface="Calibri" panose="020F0502020204030204" pitchFamily="34" charset="0"/>
              </a:rPr>
              <a:t>Escuela</a:t>
            </a:r>
          </a:p>
        </p:txBody>
      </p:sp>
      <p:sp>
        <p:nvSpPr>
          <p:cNvPr id="12" name="CuadroTexto 1033">
            <a:extLst>
              <a:ext uri="{FF2B5EF4-FFF2-40B4-BE49-F238E27FC236}">
                <a16:creationId xmlns:a16="http://schemas.microsoft.com/office/drawing/2014/main" id="{905A3E8F-0560-0C8B-3C83-7794AB6B0AA8}"/>
              </a:ext>
            </a:extLst>
          </p:cNvPr>
          <p:cNvSpPr txBox="1"/>
          <p:nvPr/>
        </p:nvSpPr>
        <p:spPr>
          <a:xfrm>
            <a:off x="364702" y="4842314"/>
            <a:ext cx="19050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dirty="0">
                <a:latin typeface="Calibri" panose="020F0502020204030204" pitchFamily="34" charset="0"/>
                <a:cs typeface="Calibri" panose="020F0502020204030204" pitchFamily="34" charset="0"/>
              </a:rPr>
              <a:t>Prestación de cuidados</a:t>
            </a:r>
          </a:p>
        </p:txBody>
      </p:sp>
      <p:sp>
        <p:nvSpPr>
          <p:cNvPr id="13" name="CuadroTexto 1034">
            <a:extLst>
              <a:ext uri="{FF2B5EF4-FFF2-40B4-BE49-F238E27FC236}">
                <a16:creationId xmlns:a16="http://schemas.microsoft.com/office/drawing/2014/main" id="{7978BAE3-F8DE-DF49-E7B8-241AED9B9C36}"/>
              </a:ext>
            </a:extLst>
          </p:cNvPr>
          <p:cNvSpPr txBox="1"/>
          <p:nvPr/>
        </p:nvSpPr>
        <p:spPr>
          <a:xfrm>
            <a:off x="6700679" y="2752787"/>
            <a:ext cx="19050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dirty="0">
                <a:latin typeface="Calibri" panose="020F0502020204030204" pitchFamily="34" charset="0"/>
                <a:cs typeface="Calibri" panose="020F0502020204030204" pitchFamily="34" charset="0"/>
              </a:rPr>
              <a:t>Empleo</a:t>
            </a:r>
          </a:p>
        </p:txBody>
      </p:sp>
      <p:sp>
        <p:nvSpPr>
          <p:cNvPr id="14" name="CuadroTexto 1036">
            <a:extLst>
              <a:ext uri="{FF2B5EF4-FFF2-40B4-BE49-F238E27FC236}">
                <a16:creationId xmlns:a16="http://schemas.microsoft.com/office/drawing/2014/main" id="{84C4A1CE-AD90-544F-28F1-98FD5866A1B3}"/>
              </a:ext>
            </a:extLst>
          </p:cNvPr>
          <p:cNvSpPr txBox="1"/>
          <p:nvPr/>
        </p:nvSpPr>
        <p:spPr>
          <a:xfrm>
            <a:off x="3777987" y="3739908"/>
            <a:ext cx="19050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dirty="0">
                <a:latin typeface="Calibri" panose="020F0502020204030204" pitchFamily="34" charset="0"/>
                <a:cs typeface="Calibri" panose="020F0502020204030204" pitchFamily="34" charset="0"/>
              </a:rPr>
              <a:t>Hogar</a:t>
            </a:r>
          </a:p>
        </p:txBody>
      </p:sp>
      <p:sp>
        <p:nvSpPr>
          <p:cNvPr id="15" name="CuadroTexto 1037">
            <a:extLst>
              <a:ext uri="{FF2B5EF4-FFF2-40B4-BE49-F238E27FC236}">
                <a16:creationId xmlns:a16="http://schemas.microsoft.com/office/drawing/2014/main" id="{031FA7AA-876B-1671-04B1-62874AC0EB7D}"/>
              </a:ext>
            </a:extLst>
          </p:cNvPr>
          <p:cNvSpPr txBox="1"/>
          <p:nvPr/>
        </p:nvSpPr>
        <p:spPr>
          <a:xfrm>
            <a:off x="394595" y="2678836"/>
            <a:ext cx="19050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dirty="0">
                <a:latin typeface="Calibri" panose="020F0502020204030204" pitchFamily="34" charset="0"/>
                <a:cs typeface="Calibri" panose="020F0502020204030204" pitchFamily="34" charset="0"/>
              </a:rPr>
              <a:t>Parque</a:t>
            </a:r>
          </a:p>
        </p:txBody>
      </p:sp>
      <p:pic>
        <p:nvPicPr>
          <p:cNvPr id="16" name="Gráfico 1040" descr="Waterpolo con relleno sólido">
            <a:extLst>
              <a:ext uri="{FF2B5EF4-FFF2-40B4-BE49-F238E27FC236}">
                <a16:creationId xmlns:a16="http://schemas.microsoft.com/office/drawing/2014/main" id="{205A1FCD-FC0A-B770-4659-C6FE223E47A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08083" y="3660481"/>
            <a:ext cx="697737" cy="697737"/>
          </a:xfrm>
          <a:prstGeom prst="rect">
            <a:avLst/>
          </a:prstGeom>
        </p:spPr>
      </p:pic>
      <p:pic>
        <p:nvPicPr>
          <p:cNvPr id="17" name="Gráfico 1047" descr="Mujer con relleno sólido">
            <a:extLst>
              <a:ext uri="{FF2B5EF4-FFF2-40B4-BE49-F238E27FC236}">
                <a16:creationId xmlns:a16="http://schemas.microsoft.com/office/drawing/2014/main" id="{694072EE-09E2-667E-8135-9EFC50B219B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79078" y="2117204"/>
            <a:ext cx="802318" cy="802318"/>
          </a:xfrm>
          <a:prstGeom prst="rect">
            <a:avLst/>
          </a:prstGeom>
        </p:spPr>
      </p:pic>
      <p:pic>
        <p:nvPicPr>
          <p:cNvPr id="18" name="Gráfico 1049" descr="Hombre con relleno sólido">
            <a:extLst>
              <a:ext uri="{FF2B5EF4-FFF2-40B4-BE49-F238E27FC236}">
                <a16:creationId xmlns:a16="http://schemas.microsoft.com/office/drawing/2014/main" id="{24B29661-BFF1-4FF5-1658-E8B0A0E55E0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539702" y="2117204"/>
            <a:ext cx="802317" cy="802317"/>
          </a:xfrm>
          <a:prstGeom prst="rect">
            <a:avLst/>
          </a:prstGeom>
        </p:spPr>
      </p:pic>
      <p:sp>
        <p:nvSpPr>
          <p:cNvPr id="19" name="CuadroTexto 1051">
            <a:extLst>
              <a:ext uri="{FF2B5EF4-FFF2-40B4-BE49-F238E27FC236}">
                <a16:creationId xmlns:a16="http://schemas.microsoft.com/office/drawing/2014/main" id="{B6E80860-13CF-BAD6-96FC-426DF812A716}"/>
              </a:ext>
            </a:extLst>
          </p:cNvPr>
          <p:cNvSpPr txBox="1"/>
          <p:nvPr/>
        </p:nvSpPr>
        <p:spPr>
          <a:xfrm>
            <a:off x="5272069" y="4170795"/>
            <a:ext cx="19050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dirty="0">
                <a:latin typeface="Calibri" panose="020F0502020204030204" pitchFamily="34" charset="0"/>
                <a:cs typeface="Calibri" panose="020F0502020204030204" pitchFamily="34" charset="0"/>
              </a:rPr>
              <a:t>Ocio</a:t>
            </a:r>
          </a:p>
        </p:txBody>
      </p:sp>
      <p:cxnSp>
        <p:nvCxnSpPr>
          <p:cNvPr id="20" name="Conector curvado 1053">
            <a:extLst>
              <a:ext uri="{FF2B5EF4-FFF2-40B4-BE49-F238E27FC236}">
                <a16:creationId xmlns:a16="http://schemas.microsoft.com/office/drawing/2014/main" id="{21CE022E-E325-22B9-8D2A-EF8DFDB9BCCB}"/>
              </a:ext>
            </a:extLst>
          </p:cNvPr>
          <p:cNvCxnSpPr>
            <a:cxnSpLocks/>
          </p:cNvCxnSpPr>
          <p:nvPr/>
        </p:nvCxnSpPr>
        <p:spPr>
          <a:xfrm flipV="1">
            <a:off x="5209380" y="2375802"/>
            <a:ext cx="2030397" cy="3886"/>
          </a:xfrm>
          <a:prstGeom prst="curvedConnector3">
            <a:avLst/>
          </a:prstGeom>
          <a:ln w="127000">
            <a:solidFill>
              <a:srgbClr val="0A97B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curvado 1055">
            <a:extLst>
              <a:ext uri="{FF2B5EF4-FFF2-40B4-BE49-F238E27FC236}">
                <a16:creationId xmlns:a16="http://schemas.microsoft.com/office/drawing/2014/main" id="{CD10A413-E412-FE3D-4F4B-90402BE596BB}"/>
              </a:ext>
            </a:extLst>
          </p:cNvPr>
          <p:cNvCxnSpPr>
            <a:cxnSpLocks/>
          </p:cNvCxnSpPr>
          <p:nvPr/>
        </p:nvCxnSpPr>
        <p:spPr>
          <a:xfrm flipV="1">
            <a:off x="4539702" y="1786559"/>
            <a:ext cx="2721837" cy="294950"/>
          </a:xfrm>
          <a:prstGeom prst="curvedConnector3">
            <a:avLst>
              <a:gd name="adj1" fmla="val 407"/>
            </a:avLst>
          </a:prstGeom>
          <a:ln w="76200">
            <a:solidFill>
              <a:srgbClr val="8441A4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curvado 1059">
            <a:extLst>
              <a:ext uri="{FF2B5EF4-FFF2-40B4-BE49-F238E27FC236}">
                <a16:creationId xmlns:a16="http://schemas.microsoft.com/office/drawing/2014/main" id="{C9F6373E-6159-4644-7116-46B1E4FC122B}"/>
              </a:ext>
            </a:extLst>
          </p:cNvPr>
          <p:cNvCxnSpPr>
            <a:cxnSpLocks/>
          </p:cNvCxnSpPr>
          <p:nvPr/>
        </p:nvCxnSpPr>
        <p:spPr>
          <a:xfrm flipV="1">
            <a:off x="5302741" y="3271591"/>
            <a:ext cx="873985" cy="8889"/>
          </a:xfrm>
          <a:prstGeom prst="curvedConnector3">
            <a:avLst/>
          </a:prstGeom>
          <a:ln w="33020">
            <a:solidFill>
              <a:srgbClr val="0A97B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curvado 1062">
            <a:extLst>
              <a:ext uri="{FF2B5EF4-FFF2-40B4-BE49-F238E27FC236}">
                <a16:creationId xmlns:a16="http://schemas.microsoft.com/office/drawing/2014/main" id="{35BE03D6-047A-CC00-4EEF-37119BB3AE0F}"/>
              </a:ext>
            </a:extLst>
          </p:cNvPr>
          <p:cNvCxnSpPr>
            <a:cxnSpLocks/>
          </p:cNvCxnSpPr>
          <p:nvPr/>
        </p:nvCxnSpPr>
        <p:spPr>
          <a:xfrm flipV="1">
            <a:off x="5302740" y="3371084"/>
            <a:ext cx="873985" cy="8889"/>
          </a:xfrm>
          <a:prstGeom prst="curvedConnector3">
            <a:avLst/>
          </a:prstGeom>
          <a:ln w="38100">
            <a:solidFill>
              <a:srgbClr val="8441A4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curvado 1063">
            <a:extLst>
              <a:ext uri="{FF2B5EF4-FFF2-40B4-BE49-F238E27FC236}">
                <a16:creationId xmlns:a16="http://schemas.microsoft.com/office/drawing/2014/main" id="{B93E7DF3-09AE-4B77-3AE1-1F6414925CD7}"/>
              </a:ext>
            </a:extLst>
          </p:cNvPr>
          <p:cNvCxnSpPr>
            <a:cxnSpLocks/>
          </p:cNvCxnSpPr>
          <p:nvPr/>
        </p:nvCxnSpPr>
        <p:spPr>
          <a:xfrm rot="5400000">
            <a:off x="6821837" y="2895111"/>
            <a:ext cx="559930" cy="210817"/>
          </a:xfrm>
          <a:prstGeom prst="curvedConnector3">
            <a:avLst>
              <a:gd name="adj1" fmla="val -14156"/>
            </a:avLst>
          </a:prstGeom>
          <a:ln w="38100">
            <a:solidFill>
              <a:srgbClr val="8441A4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curvado 1066">
            <a:extLst>
              <a:ext uri="{FF2B5EF4-FFF2-40B4-BE49-F238E27FC236}">
                <a16:creationId xmlns:a16="http://schemas.microsoft.com/office/drawing/2014/main" id="{BD0D9495-672E-9D2F-00EB-7EAE8B08955A}"/>
              </a:ext>
            </a:extLst>
          </p:cNvPr>
          <p:cNvCxnSpPr>
            <a:cxnSpLocks/>
            <a:stCxn id="8" idx="3"/>
            <a:endCxn id="13" idx="2"/>
          </p:cNvCxnSpPr>
          <p:nvPr/>
        </p:nvCxnSpPr>
        <p:spPr>
          <a:xfrm flipV="1">
            <a:off x="5753196" y="3183674"/>
            <a:ext cx="1899992" cy="1753099"/>
          </a:xfrm>
          <a:prstGeom prst="curvedConnector2">
            <a:avLst/>
          </a:prstGeom>
          <a:ln w="38100">
            <a:solidFill>
              <a:srgbClr val="8441A4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curvado 1069">
            <a:extLst>
              <a:ext uri="{FF2B5EF4-FFF2-40B4-BE49-F238E27FC236}">
                <a16:creationId xmlns:a16="http://schemas.microsoft.com/office/drawing/2014/main" id="{2FE3C023-FCE5-2F23-E7FA-4828A2ABE62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648798" y="4492793"/>
            <a:ext cx="366538" cy="298125"/>
          </a:xfrm>
          <a:prstGeom prst="curvedConnector3">
            <a:avLst>
              <a:gd name="adj1" fmla="val 50000"/>
            </a:avLst>
          </a:prstGeom>
          <a:ln w="38100">
            <a:solidFill>
              <a:srgbClr val="3D1758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curvado 1072">
            <a:extLst>
              <a:ext uri="{FF2B5EF4-FFF2-40B4-BE49-F238E27FC236}">
                <a16:creationId xmlns:a16="http://schemas.microsoft.com/office/drawing/2014/main" id="{91B8E640-9D18-74C5-F9F8-34377B14510C}"/>
              </a:ext>
            </a:extLst>
          </p:cNvPr>
          <p:cNvCxnSpPr>
            <a:cxnSpLocks/>
          </p:cNvCxnSpPr>
          <p:nvPr/>
        </p:nvCxnSpPr>
        <p:spPr>
          <a:xfrm>
            <a:off x="5242138" y="4072630"/>
            <a:ext cx="688099" cy="241020"/>
          </a:xfrm>
          <a:prstGeom prst="curvedConnector3">
            <a:avLst/>
          </a:prstGeom>
          <a:ln w="60960">
            <a:solidFill>
              <a:srgbClr val="8441A4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curvado 1075">
            <a:extLst>
              <a:ext uri="{FF2B5EF4-FFF2-40B4-BE49-F238E27FC236}">
                <a16:creationId xmlns:a16="http://schemas.microsoft.com/office/drawing/2014/main" id="{37685B24-0BB4-A9C8-88E0-E5D4EDF1D3EC}"/>
              </a:ext>
            </a:extLst>
          </p:cNvPr>
          <p:cNvCxnSpPr>
            <a:cxnSpLocks/>
          </p:cNvCxnSpPr>
          <p:nvPr/>
        </p:nvCxnSpPr>
        <p:spPr>
          <a:xfrm>
            <a:off x="5293031" y="3903307"/>
            <a:ext cx="688099" cy="241020"/>
          </a:xfrm>
          <a:prstGeom prst="curvedConnector3">
            <a:avLst/>
          </a:prstGeom>
          <a:ln w="53340">
            <a:solidFill>
              <a:srgbClr val="0A97B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curvado 1076">
            <a:extLst>
              <a:ext uri="{FF2B5EF4-FFF2-40B4-BE49-F238E27FC236}">
                <a16:creationId xmlns:a16="http://schemas.microsoft.com/office/drawing/2014/main" id="{C013547A-9752-6E45-887D-1D39AE35BF5B}"/>
              </a:ext>
            </a:extLst>
          </p:cNvPr>
          <p:cNvCxnSpPr>
            <a:cxnSpLocks/>
            <a:stCxn id="14" idx="2"/>
          </p:cNvCxnSpPr>
          <p:nvPr/>
        </p:nvCxnSpPr>
        <p:spPr>
          <a:xfrm rot="16200000" flipH="1">
            <a:off x="4625402" y="4275889"/>
            <a:ext cx="496752" cy="286564"/>
          </a:xfrm>
          <a:prstGeom prst="curvedConnector3">
            <a:avLst>
              <a:gd name="adj1" fmla="val 50000"/>
            </a:avLst>
          </a:prstGeom>
          <a:ln w="63500">
            <a:solidFill>
              <a:srgbClr val="8441A4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curvado 1079">
            <a:extLst>
              <a:ext uri="{FF2B5EF4-FFF2-40B4-BE49-F238E27FC236}">
                <a16:creationId xmlns:a16="http://schemas.microsoft.com/office/drawing/2014/main" id="{CDA3C2DF-D69F-FE8F-3830-C3184A0856F2}"/>
              </a:ext>
            </a:extLst>
          </p:cNvPr>
          <p:cNvCxnSpPr>
            <a:cxnSpLocks/>
            <a:endCxn id="6" idx="3"/>
          </p:cNvCxnSpPr>
          <p:nvPr/>
        </p:nvCxnSpPr>
        <p:spPr>
          <a:xfrm rot="10800000" flipV="1">
            <a:off x="1794323" y="3736265"/>
            <a:ext cx="2337537" cy="785259"/>
          </a:xfrm>
          <a:prstGeom prst="curvedConnector3">
            <a:avLst>
              <a:gd name="adj1" fmla="val 50000"/>
            </a:avLst>
          </a:prstGeom>
          <a:ln w="63500">
            <a:solidFill>
              <a:srgbClr val="8441A4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curvado 1083">
            <a:extLst>
              <a:ext uri="{FF2B5EF4-FFF2-40B4-BE49-F238E27FC236}">
                <a16:creationId xmlns:a16="http://schemas.microsoft.com/office/drawing/2014/main" id="{708A745D-ED93-8A34-65D6-D27E6A7A075D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049862" y="4750618"/>
            <a:ext cx="2608991" cy="186155"/>
          </a:xfrm>
          <a:prstGeom prst="curvedConnector3">
            <a:avLst>
              <a:gd name="adj1" fmla="val 50000"/>
            </a:avLst>
          </a:prstGeom>
          <a:ln w="38100">
            <a:solidFill>
              <a:srgbClr val="8441A4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curvado 6148">
            <a:extLst>
              <a:ext uri="{FF2B5EF4-FFF2-40B4-BE49-F238E27FC236}">
                <a16:creationId xmlns:a16="http://schemas.microsoft.com/office/drawing/2014/main" id="{F49D78DD-1249-12AD-DF79-1988506D0B72}"/>
              </a:ext>
            </a:extLst>
          </p:cNvPr>
          <p:cNvCxnSpPr>
            <a:cxnSpLocks/>
            <a:endCxn id="4" idx="3"/>
          </p:cNvCxnSpPr>
          <p:nvPr/>
        </p:nvCxnSpPr>
        <p:spPr>
          <a:xfrm rot="10800000">
            <a:off x="1876507" y="2258802"/>
            <a:ext cx="2331343" cy="1024891"/>
          </a:xfrm>
          <a:prstGeom prst="curvedConnector3">
            <a:avLst>
              <a:gd name="adj1" fmla="val 50000"/>
            </a:avLst>
          </a:prstGeom>
          <a:ln w="38100">
            <a:solidFill>
              <a:srgbClr val="8441A4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curvado 6152">
            <a:extLst>
              <a:ext uri="{FF2B5EF4-FFF2-40B4-BE49-F238E27FC236}">
                <a16:creationId xmlns:a16="http://schemas.microsoft.com/office/drawing/2014/main" id="{138B6A36-3B4E-C092-B4BC-F109220A00D4}"/>
              </a:ext>
            </a:extLst>
          </p:cNvPr>
          <p:cNvCxnSpPr>
            <a:cxnSpLocks/>
          </p:cNvCxnSpPr>
          <p:nvPr/>
        </p:nvCxnSpPr>
        <p:spPr>
          <a:xfrm rot="10800000">
            <a:off x="1876506" y="2455586"/>
            <a:ext cx="2258941" cy="1073690"/>
          </a:xfrm>
          <a:prstGeom prst="curvedConnector3">
            <a:avLst>
              <a:gd name="adj1" fmla="val 50000"/>
            </a:avLst>
          </a:prstGeom>
          <a:ln w="25400">
            <a:solidFill>
              <a:srgbClr val="0A97B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ángulo redondeado 6155">
            <a:extLst>
              <a:ext uri="{FF2B5EF4-FFF2-40B4-BE49-F238E27FC236}">
                <a16:creationId xmlns:a16="http://schemas.microsoft.com/office/drawing/2014/main" id="{9F44917D-5BDC-AB41-5AC8-16D1B738D6E7}"/>
              </a:ext>
            </a:extLst>
          </p:cNvPr>
          <p:cNvSpPr/>
          <p:nvPr/>
        </p:nvSpPr>
        <p:spPr>
          <a:xfrm>
            <a:off x="412204" y="1535498"/>
            <a:ext cx="8111310" cy="4048873"/>
          </a:xfrm>
          <a:prstGeom prst="roundRect">
            <a:avLst>
              <a:gd name="adj" fmla="val 967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9" name="Gráfico 1045" descr="Bolsa de la compra con relleno sólido">
            <a:extLst>
              <a:ext uri="{FF2B5EF4-FFF2-40B4-BE49-F238E27FC236}">
                <a16:creationId xmlns:a16="http://schemas.microsoft.com/office/drawing/2014/main" id="{6EFD57E2-D850-920A-4E36-F44639E48F7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03551" y="2907432"/>
            <a:ext cx="584834" cy="584834"/>
          </a:xfrm>
          <a:prstGeom prst="rect">
            <a:avLst/>
          </a:prstGeom>
        </p:spPr>
      </p:pic>
      <p:sp>
        <p:nvSpPr>
          <p:cNvPr id="60" name="CuadroTexto 1050">
            <a:extLst>
              <a:ext uri="{FF2B5EF4-FFF2-40B4-BE49-F238E27FC236}">
                <a16:creationId xmlns:a16="http://schemas.microsoft.com/office/drawing/2014/main" id="{4952B3A6-E8AF-430B-5AF3-A101C61B3621}"/>
              </a:ext>
            </a:extLst>
          </p:cNvPr>
          <p:cNvSpPr txBox="1"/>
          <p:nvPr/>
        </p:nvSpPr>
        <p:spPr>
          <a:xfrm>
            <a:off x="5667554" y="3316897"/>
            <a:ext cx="206624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dirty="0">
                <a:latin typeface="Calibri" panose="020F0502020204030204" pitchFamily="34" charset="0"/>
                <a:cs typeface="Calibri" panose="020F0502020204030204" pitchFamily="34" charset="0"/>
              </a:rPr>
              <a:t>Compras</a:t>
            </a:r>
          </a:p>
        </p:txBody>
      </p:sp>
      <p:sp>
        <p:nvSpPr>
          <p:cNvPr id="67" name="Rectángulo redondeado 6157">
            <a:extLst>
              <a:ext uri="{FF2B5EF4-FFF2-40B4-BE49-F238E27FC236}">
                <a16:creationId xmlns:a16="http://schemas.microsoft.com/office/drawing/2014/main" id="{C72A9C0E-7CB5-3BF3-B865-B0C767CC7269}"/>
              </a:ext>
            </a:extLst>
          </p:cNvPr>
          <p:cNvSpPr/>
          <p:nvPr/>
        </p:nvSpPr>
        <p:spPr>
          <a:xfrm>
            <a:off x="8745056" y="1510548"/>
            <a:ext cx="2943055" cy="407382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" name="CuadroTexto 6160">
            <a:extLst>
              <a:ext uri="{FF2B5EF4-FFF2-40B4-BE49-F238E27FC236}">
                <a16:creationId xmlns:a16="http://schemas.microsoft.com/office/drawing/2014/main" id="{3DDC7357-06CE-A670-209F-7766014C6A98}"/>
              </a:ext>
            </a:extLst>
          </p:cNvPr>
          <p:cNvSpPr txBox="1"/>
          <p:nvPr/>
        </p:nvSpPr>
        <p:spPr>
          <a:xfrm>
            <a:off x="10088000" y="2268120"/>
            <a:ext cx="13757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200" dirty="0">
                <a:solidFill>
                  <a:srgbClr val="0A97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Hombres</a:t>
            </a:r>
          </a:p>
          <a:p>
            <a:pPr algn="ctr"/>
            <a:r>
              <a:rPr lang="es-CO" sz="1200" dirty="0">
                <a:solidFill>
                  <a:srgbClr val="0A97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 – 39</a:t>
            </a:r>
          </a:p>
          <a:p>
            <a:pPr algn="ctr"/>
            <a:r>
              <a:rPr lang="es-CO" sz="1200" dirty="0">
                <a:solidFill>
                  <a:srgbClr val="0A97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años</a:t>
            </a:r>
          </a:p>
        </p:txBody>
      </p:sp>
      <p:sp>
        <p:nvSpPr>
          <p:cNvPr id="71" name="CuadroTexto 6161">
            <a:extLst>
              <a:ext uri="{FF2B5EF4-FFF2-40B4-BE49-F238E27FC236}">
                <a16:creationId xmlns:a16="http://schemas.microsoft.com/office/drawing/2014/main" id="{E26B7ABD-4C5E-74A9-EA12-E30D80B38AF8}"/>
              </a:ext>
            </a:extLst>
          </p:cNvPr>
          <p:cNvSpPr txBox="1"/>
          <p:nvPr/>
        </p:nvSpPr>
        <p:spPr>
          <a:xfrm>
            <a:off x="9503166" y="2265793"/>
            <a:ext cx="13757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200" dirty="0">
                <a:solidFill>
                  <a:srgbClr val="3D175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Mujeres</a:t>
            </a:r>
          </a:p>
          <a:p>
            <a:pPr algn="ctr"/>
            <a:r>
              <a:rPr lang="es-CO" sz="1200" dirty="0">
                <a:solidFill>
                  <a:srgbClr val="3D175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 – 39</a:t>
            </a:r>
          </a:p>
          <a:p>
            <a:pPr algn="ctr"/>
            <a:r>
              <a:rPr lang="es-CO" sz="1200" dirty="0">
                <a:solidFill>
                  <a:srgbClr val="3D175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años</a:t>
            </a:r>
          </a:p>
        </p:txBody>
      </p:sp>
      <p:sp>
        <p:nvSpPr>
          <p:cNvPr id="72" name="CuadroTexto 6162">
            <a:extLst>
              <a:ext uri="{FF2B5EF4-FFF2-40B4-BE49-F238E27FC236}">
                <a16:creationId xmlns:a16="http://schemas.microsoft.com/office/drawing/2014/main" id="{A7B7D5C1-B3A3-D7AC-3768-2BFA0EF7AAD1}"/>
              </a:ext>
            </a:extLst>
          </p:cNvPr>
          <p:cNvSpPr txBox="1"/>
          <p:nvPr/>
        </p:nvSpPr>
        <p:spPr>
          <a:xfrm>
            <a:off x="8606997" y="3004857"/>
            <a:ext cx="120685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CO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Empleo</a:t>
            </a:r>
          </a:p>
          <a:p>
            <a:pPr algn="r"/>
            <a:endParaRPr lang="es-CO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es-CO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Prestación de cuidados</a:t>
            </a:r>
          </a:p>
          <a:p>
            <a:pPr algn="r"/>
            <a:endParaRPr lang="es-CO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es-CO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Ocio</a:t>
            </a:r>
          </a:p>
          <a:p>
            <a:pPr algn="r"/>
            <a:endParaRPr lang="es-CO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es-CO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Compras</a:t>
            </a:r>
          </a:p>
          <a:p>
            <a:pPr algn="r"/>
            <a:endParaRPr lang="es-CO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es-CO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Otros</a:t>
            </a:r>
          </a:p>
        </p:txBody>
      </p:sp>
      <p:sp>
        <p:nvSpPr>
          <p:cNvPr id="73" name="CuadroTexto 6163">
            <a:extLst>
              <a:ext uri="{FF2B5EF4-FFF2-40B4-BE49-F238E27FC236}">
                <a16:creationId xmlns:a16="http://schemas.microsoft.com/office/drawing/2014/main" id="{958FAE90-BA64-EB74-1931-1D15BAD6998A}"/>
              </a:ext>
            </a:extLst>
          </p:cNvPr>
          <p:cNvSpPr txBox="1"/>
          <p:nvPr/>
        </p:nvSpPr>
        <p:spPr>
          <a:xfrm>
            <a:off x="9630870" y="2919529"/>
            <a:ext cx="1055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dirty="0">
                <a:solidFill>
                  <a:srgbClr val="8441A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30%</a:t>
            </a:r>
          </a:p>
        </p:txBody>
      </p:sp>
      <p:sp>
        <p:nvSpPr>
          <p:cNvPr id="74" name="CuadroTexto 6164">
            <a:extLst>
              <a:ext uri="{FF2B5EF4-FFF2-40B4-BE49-F238E27FC236}">
                <a16:creationId xmlns:a16="http://schemas.microsoft.com/office/drawing/2014/main" id="{C261F290-9F51-C928-9876-40692349A7A7}"/>
              </a:ext>
            </a:extLst>
          </p:cNvPr>
          <p:cNvSpPr txBox="1"/>
          <p:nvPr/>
        </p:nvSpPr>
        <p:spPr>
          <a:xfrm>
            <a:off x="9630870" y="3363888"/>
            <a:ext cx="1055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dirty="0">
                <a:solidFill>
                  <a:srgbClr val="8441A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20%</a:t>
            </a:r>
          </a:p>
        </p:txBody>
      </p:sp>
      <p:sp>
        <p:nvSpPr>
          <p:cNvPr id="75" name="CuadroTexto 6165">
            <a:extLst>
              <a:ext uri="{FF2B5EF4-FFF2-40B4-BE49-F238E27FC236}">
                <a16:creationId xmlns:a16="http://schemas.microsoft.com/office/drawing/2014/main" id="{A11F2111-9DE7-80FC-3A51-E214B555B720}"/>
              </a:ext>
            </a:extLst>
          </p:cNvPr>
          <p:cNvSpPr txBox="1"/>
          <p:nvPr/>
        </p:nvSpPr>
        <p:spPr>
          <a:xfrm>
            <a:off x="9630870" y="3822733"/>
            <a:ext cx="1055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dirty="0">
                <a:solidFill>
                  <a:srgbClr val="8441A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24%</a:t>
            </a:r>
          </a:p>
        </p:txBody>
      </p:sp>
      <p:sp>
        <p:nvSpPr>
          <p:cNvPr id="76" name="CuadroTexto 6166">
            <a:extLst>
              <a:ext uri="{FF2B5EF4-FFF2-40B4-BE49-F238E27FC236}">
                <a16:creationId xmlns:a16="http://schemas.microsoft.com/office/drawing/2014/main" id="{6747A83C-08B7-4013-5786-886BF277AA81}"/>
              </a:ext>
            </a:extLst>
          </p:cNvPr>
          <p:cNvSpPr txBox="1"/>
          <p:nvPr/>
        </p:nvSpPr>
        <p:spPr>
          <a:xfrm>
            <a:off x="9630869" y="4205150"/>
            <a:ext cx="1055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dirty="0">
                <a:solidFill>
                  <a:srgbClr val="8441A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15%</a:t>
            </a:r>
          </a:p>
        </p:txBody>
      </p:sp>
      <p:sp>
        <p:nvSpPr>
          <p:cNvPr id="77" name="CuadroTexto 6167">
            <a:extLst>
              <a:ext uri="{FF2B5EF4-FFF2-40B4-BE49-F238E27FC236}">
                <a16:creationId xmlns:a16="http://schemas.microsoft.com/office/drawing/2014/main" id="{0C90E601-A04D-8E08-6EBA-ADF127F78562}"/>
              </a:ext>
            </a:extLst>
          </p:cNvPr>
          <p:cNvSpPr txBox="1"/>
          <p:nvPr/>
        </p:nvSpPr>
        <p:spPr>
          <a:xfrm>
            <a:off x="9630869" y="4569891"/>
            <a:ext cx="1055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dirty="0">
                <a:solidFill>
                  <a:srgbClr val="8441A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11%</a:t>
            </a:r>
          </a:p>
        </p:txBody>
      </p:sp>
      <p:sp>
        <p:nvSpPr>
          <p:cNvPr id="78" name="CuadroTexto 6168">
            <a:extLst>
              <a:ext uri="{FF2B5EF4-FFF2-40B4-BE49-F238E27FC236}">
                <a16:creationId xmlns:a16="http://schemas.microsoft.com/office/drawing/2014/main" id="{83190FC4-4DCC-575F-902F-066A8F06CE4D}"/>
              </a:ext>
            </a:extLst>
          </p:cNvPr>
          <p:cNvSpPr txBox="1"/>
          <p:nvPr/>
        </p:nvSpPr>
        <p:spPr>
          <a:xfrm>
            <a:off x="10221680" y="2927125"/>
            <a:ext cx="1055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dirty="0">
                <a:solidFill>
                  <a:srgbClr val="0A97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50%</a:t>
            </a:r>
          </a:p>
        </p:txBody>
      </p:sp>
      <p:sp>
        <p:nvSpPr>
          <p:cNvPr id="79" name="CuadroTexto 6169">
            <a:extLst>
              <a:ext uri="{FF2B5EF4-FFF2-40B4-BE49-F238E27FC236}">
                <a16:creationId xmlns:a16="http://schemas.microsoft.com/office/drawing/2014/main" id="{B118F5F3-A3CB-03E8-58EA-D6582478952E}"/>
              </a:ext>
            </a:extLst>
          </p:cNvPr>
          <p:cNvSpPr txBox="1"/>
          <p:nvPr/>
        </p:nvSpPr>
        <p:spPr>
          <a:xfrm>
            <a:off x="10221680" y="3371484"/>
            <a:ext cx="1055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dirty="0">
                <a:solidFill>
                  <a:srgbClr val="0A97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7%</a:t>
            </a:r>
          </a:p>
        </p:txBody>
      </p:sp>
      <p:sp>
        <p:nvSpPr>
          <p:cNvPr id="80" name="CuadroTexto 6170">
            <a:extLst>
              <a:ext uri="{FF2B5EF4-FFF2-40B4-BE49-F238E27FC236}">
                <a16:creationId xmlns:a16="http://schemas.microsoft.com/office/drawing/2014/main" id="{6C96BC0C-2213-1C6F-F5FC-053000FBA10E}"/>
              </a:ext>
            </a:extLst>
          </p:cNvPr>
          <p:cNvSpPr txBox="1"/>
          <p:nvPr/>
        </p:nvSpPr>
        <p:spPr>
          <a:xfrm>
            <a:off x="10221680" y="3830329"/>
            <a:ext cx="1055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dirty="0">
                <a:solidFill>
                  <a:srgbClr val="0A97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21%</a:t>
            </a:r>
          </a:p>
        </p:txBody>
      </p:sp>
      <p:sp>
        <p:nvSpPr>
          <p:cNvPr id="81" name="CuadroTexto 6171">
            <a:extLst>
              <a:ext uri="{FF2B5EF4-FFF2-40B4-BE49-F238E27FC236}">
                <a16:creationId xmlns:a16="http://schemas.microsoft.com/office/drawing/2014/main" id="{9891EC72-98E0-A95E-8C65-AF7401671371}"/>
              </a:ext>
            </a:extLst>
          </p:cNvPr>
          <p:cNvSpPr txBox="1"/>
          <p:nvPr/>
        </p:nvSpPr>
        <p:spPr>
          <a:xfrm>
            <a:off x="10221679" y="4212746"/>
            <a:ext cx="1055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dirty="0">
                <a:solidFill>
                  <a:srgbClr val="0A97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13%</a:t>
            </a:r>
          </a:p>
        </p:txBody>
      </p:sp>
      <p:sp>
        <p:nvSpPr>
          <p:cNvPr id="82" name="CuadroTexto 6172">
            <a:extLst>
              <a:ext uri="{FF2B5EF4-FFF2-40B4-BE49-F238E27FC236}">
                <a16:creationId xmlns:a16="http://schemas.microsoft.com/office/drawing/2014/main" id="{32681A19-4CAA-301B-D9CC-82277BB4A520}"/>
              </a:ext>
            </a:extLst>
          </p:cNvPr>
          <p:cNvSpPr txBox="1"/>
          <p:nvPr/>
        </p:nvSpPr>
        <p:spPr>
          <a:xfrm>
            <a:off x="10221679" y="4577487"/>
            <a:ext cx="1055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dirty="0">
                <a:solidFill>
                  <a:srgbClr val="0A97B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9%</a:t>
            </a:r>
          </a:p>
        </p:txBody>
      </p:sp>
      <p:pic>
        <p:nvPicPr>
          <p:cNvPr id="83" name="Gráfico 1047" descr="Mujer con relleno sólido">
            <a:extLst>
              <a:ext uri="{FF2B5EF4-FFF2-40B4-BE49-F238E27FC236}">
                <a16:creationId xmlns:a16="http://schemas.microsoft.com/office/drawing/2014/main" id="{2CB70504-A54A-93B3-9989-01927C0EEEF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87639" y="1518461"/>
            <a:ext cx="802318" cy="802318"/>
          </a:xfrm>
          <a:prstGeom prst="rect">
            <a:avLst/>
          </a:prstGeom>
        </p:spPr>
      </p:pic>
      <p:pic>
        <p:nvPicPr>
          <p:cNvPr id="84" name="Gráfico 1049" descr="Hombre con relleno sólido">
            <a:extLst>
              <a:ext uri="{FF2B5EF4-FFF2-40B4-BE49-F238E27FC236}">
                <a16:creationId xmlns:a16="http://schemas.microsoft.com/office/drawing/2014/main" id="{1F053D7A-9002-E477-8C2D-DE6E93CA650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376640" y="1519677"/>
            <a:ext cx="802317" cy="80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9908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0AC24-4B75-6632-8A2F-85F24C01D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E0E9A3A-BE82-8258-02AB-A7AE78355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34">
            <a:extLst>
              <a:ext uri="{FF2B5EF4-FFF2-40B4-BE49-F238E27FC236}">
                <a16:creationId xmlns:a16="http://schemas.microsoft.com/office/drawing/2014/main" id="{73F565B0-C9A1-3FCD-2713-F41AA4F8AF52}"/>
              </a:ext>
            </a:extLst>
          </p:cNvPr>
          <p:cNvSpPr txBox="1"/>
          <p:nvPr/>
        </p:nvSpPr>
        <p:spPr>
          <a:xfrm>
            <a:off x="-1291123" y="1096803"/>
            <a:ext cx="6320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r">
              <a:defRPr sz="4800" b="1">
                <a:solidFill>
                  <a:srgbClr val="78458B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s-CO" sz="2800" dirty="0"/>
              <a:t>¿Qué nos interesa?</a:t>
            </a:r>
          </a:p>
        </p:txBody>
      </p:sp>
      <p:grpSp>
        <p:nvGrpSpPr>
          <p:cNvPr id="4" name="Grupo 29">
            <a:extLst>
              <a:ext uri="{FF2B5EF4-FFF2-40B4-BE49-F238E27FC236}">
                <a16:creationId xmlns:a16="http://schemas.microsoft.com/office/drawing/2014/main" id="{F2548DAE-74C6-A42F-FF29-665167BD22B2}"/>
              </a:ext>
            </a:extLst>
          </p:cNvPr>
          <p:cNvGrpSpPr/>
          <p:nvPr/>
        </p:nvGrpSpPr>
        <p:grpSpPr>
          <a:xfrm>
            <a:off x="2673505" y="1268103"/>
            <a:ext cx="6844989" cy="4321794"/>
            <a:chOff x="2676394" y="2382113"/>
            <a:chExt cx="6962606" cy="4406627"/>
          </a:xfrm>
        </p:grpSpPr>
        <p:sp>
          <p:nvSpPr>
            <p:cNvPr id="6" name="Elipse 3">
              <a:extLst>
                <a:ext uri="{FF2B5EF4-FFF2-40B4-BE49-F238E27FC236}">
                  <a16:creationId xmlns:a16="http://schemas.microsoft.com/office/drawing/2014/main" id="{89226FF3-3505-7025-B92A-6F25321617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25479" y="2899912"/>
              <a:ext cx="1980000" cy="19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Elipse 4">
              <a:extLst>
                <a:ext uri="{FF2B5EF4-FFF2-40B4-BE49-F238E27FC236}">
                  <a16:creationId xmlns:a16="http://schemas.microsoft.com/office/drawing/2014/main" id="{A86AEB94-4840-DCF7-EDA7-EFF8F98C2D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57641" y="2897814"/>
              <a:ext cx="1980000" cy="19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/>
            </a:p>
          </p:txBody>
        </p:sp>
        <p:sp>
          <p:nvSpPr>
            <p:cNvPr id="9" name="Elipse 5">
              <a:extLst>
                <a:ext uri="{FF2B5EF4-FFF2-40B4-BE49-F238E27FC236}">
                  <a16:creationId xmlns:a16="http://schemas.microsoft.com/office/drawing/2014/main" id="{5314BB03-7885-43CB-E6FA-0B84B815AB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06000" y="4808740"/>
              <a:ext cx="1980000" cy="198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5E6EC5D8-39A4-6AA9-7FB5-36A17D57553D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4690561" y="2966888"/>
              <a:ext cx="2803257" cy="2529925"/>
            </a:xfrm>
            <a:custGeom>
              <a:avLst/>
              <a:gdLst>
                <a:gd name="connsiteX0" fmla="*/ 1213366 w 2434353"/>
                <a:gd name="connsiteY0" fmla="*/ 2196991 h 2196991"/>
                <a:gd name="connsiteX1" fmla="*/ 243479 w 2434353"/>
                <a:gd name="connsiteY1" fmla="*/ 1406511 h 2196991"/>
                <a:gd name="connsiteX2" fmla="*/ 230549 w 2434353"/>
                <a:gd name="connsiteY2" fmla="*/ 1321787 h 2196991"/>
                <a:gd name="connsiteX3" fmla="*/ 0 w 2434353"/>
                <a:gd name="connsiteY3" fmla="*/ 1210382 h 2196991"/>
                <a:gd name="connsiteX4" fmla="*/ 233001 w 2434353"/>
                <a:gd name="connsiteY4" fmla="*/ 1097791 h 2196991"/>
                <a:gd name="connsiteX5" fmla="*/ 238828 w 2434353"/>
                <a:gd name="connsiteY5" fmla="*/ 1031745 h 2196991"/>
                <a:gd name="connsiteX6" fmla="*/ 1013846 w 2434353"/>
                <a:gd name="connsiteY6" fmla="*/ 237105 h 2196991"/>
                <a:gd name="connsiteX7" fmla="*/ 1105556 w 2434353"/>
                <a:gd name="connsiteY7" fmla="*/ 223108 h 2196991"/>
                <a:gd name="connsiteX8" fmla="*/ 1213366 w 2434353"/>
                <a:gd name="connsiteY8" fmla="*/ 0 h 2196991"/>
                <a:gd name="connsiteX9" fmla="*/ 1321176 w 2434353"/>
                <a:gd name="connsiteY9" fmla="*/ 223108 h 2196991"/>
                <a:gd name="connsiteX10" fmla="*/ 1412886 w 2434353"/>
                <a:gd name="connsiteY10" fmla="*/ 237105 h 2196991"/>
                <a:gd name="connsiteX11" fmla="*/ 2187903 w 2434353"/>
                <a:gd name="connsiteY11" fmla="*/ 1031745 h 2196991"/>
                <a:gd name="connsiteX12" fmla="*/ 2196393 w 2434353"/>
                <a:gd name="connsiteY12" fmla="*/ 1095395 h 2196991"/>
                <a:gd name="connsiteX13" fmla="*/ 2434353 w 2434353"/>
                <a:gd name="connsiteY13" fmla="*/ 1210382 h 2196991"/>
                <a:gd name="connsiteX14" fmla="*/ 2195576 w 2434353"/>
                <a:gd name="connsiteY14" fmla="*/ 1325763 h 2196991"/>
                <a:gd name="connsiteX15" fmla="*/ 2183253 w 2434353"/>
                <a:gd name="connsiteY15" fmla="*/ 1406511 h 2196991"/>
                <a:gd name="connsiteX16" fmla="*/ 1213366 w 2434353"/>
                <a:gd name="connsiteY16" fmla="*/ 2196991 h 219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34353" h="2196991">
                  <a:moveTo>
                    <a:pt x="1213366" y="2196991"/>
                  </a:moveTo>
                  <a:cubicBezTo>
                    <a:pt x="734949" y="2196991"/>
                    <a:pt x="335793" y="1857637"/>
                    <a:pt x="243479" y="1406511"/>
                  </a:cubicBezTo>
                  <a:lnTo>
                    <a:pt x="230549" y="1321787"/>
                  </a:lnTo>
                  <a:lnTo>
                    <a:pt x="0" y="1210382"/>
                  </a:lnTo>
                  <a:lnTo>
                    <a:pt x="233001" y="1097791"/>
                  </a:lnTo>
                  <a:lnTo>
                    <a:pt x="238828" y="1031745"/>
                  </a:lnTo>
                  <a:cubicBezTo>
                    <a:pt x="309951" y="633580"/>
                    <a:pt x="619111" y="317879"/>
                    <a:pt x="1013846" y="237105"/>
                  </a:cubicBezTo>
                  <a:lnTo>
                    <a:pt x="1105556" y="223108"/>
                  </a:lnTo>
                  <a:lnTo>
                    <a:pt x="1213366" y="0"/>
                  </a:lnTo>
                  <a:lnTo>
                    <a:pt x="1321176" y="223108"/>
                  </a:lnTo>
                  <a:lnTo>
                    <a:pt x="1412886" y="237105"/>
                  </a:lnTo>
                  <a:cubicBezTo>
                    <a:pt x="1807621" y="317879"/>
                    <a:pt x="2116781" y="633580"/>
                    <a:pt x="2187903" y="1031745"/>
                  </a:cubicBezTo>
                  <a:lnTo>
                    <a:pt x="2196393" y="1095395"/>
                  </a:lnTo>
                  <a:lnTo>
                    <a:pt x="2434353" y="1210382"/>
                  </a:lnTo>
                  <a:lnTo>
                    <a:pt x="2195576" y="1325763"/>
                  </a:lnTo>
                  <a:lnTo>
                    <a:pt x="2183253" y="1406511"/>
                  </a:lnTo>
                  <a:cubicBezTo>
                    <a:pt x="2090939" y="1857637"/>
                    <a:pt x="1691782" y="2196991"/>
                    <a:pt x="1213366" y="2196991"/>
                  </a:cubicBezTo>
                  <a:close/>
                </a:path>
              </a:pathLst>
            </a:custGeom>
            <a:solidFill>
              <a:srgbClr val="A582B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O"/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5E10B2F6-9585-3207-7FCC-2A567C112DF1}"/>
                </a:ext>
              </a:extLst>
            </p:cNvPr>
            <p:cNvSpPr txBox="1"/>
            <p:nvPr/>
          </p:nvSpPr>
          <p:spPr>
            <a:xfrm>
              <a:off x="3359568" y="3412273"/>
              <a:ext cx="1575007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¿Por qué usa un determinado modo de transporte?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AD4BD009-06D5-D18A-38AB-6BEC4AC0B516}"/>
                </a:ext>
              </a:extLst>
            </p:cNvPr>
            <p:cNvSpPr txBox="1"/>
            <p:nvPr/>
          </p:nvSpPr>
          <p:spPr>
            <a:xfrm>
              <a:off x="7328545" y="3626204"/>
              <a:ext cx="14381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¿Para qué se mueve?</a:t>
              </a:r>
            </a:p>
          </p:txBody>
        </p:sp>
        <p:sp>
          <p:nvSpPr>
            <p:cNvPr id="13" name="CuadroTexto 13">
              <a:extLst>
                <a:ext uri="{FF2B5EF4-FFF2-40B4-BE49-F238E27FC236}">
                  <a16:creationId xmlns:a16="http://schemas.microsoft.com/office/drawing/2014/main" id="{1922C9B7-5856-A36D-BFE4-F1E841F0913C}"/>
                </a:ext>
              </a:extLst>
            </p:cNvPr>
            <p:cNvSpPr txBox="1"/>
            <p:nvPr/>
          </p:nvSpPr>
          <p:spPr>
            <a:xfrm>
              <a:off x="5373094" y="5682408"/>
              <a:ext cx="14381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¿Quién se mueve?</a:t>
              </a:r>
            </a:p>
          </p:txBody>
        </p:sp>
        <p:sp>
          <p:nvSpPr>
            <p:cNvPr id="14" name="CuadroTexto 14">
              <a:extLst>
                <a:ext uri="{FF2B5EF4-FFF2-40B4-BE49-F238E27FC236}">
                  <a16:creationId xmlns:a16="http://schemas.microsoft.com/office/drawing/2014/main" id="{D39E9C14-C4C5-6436-55F8-6288AAAD8BF3}"/>
                </a:ext>
              </a:extLst>
            </p:cNvPr>
            <p:cNvSpPr txBox="1"/>
            <p:nvPr/>
          </p:nvSpPr>
          <p:spPr>
            <a:xfrm>
              <a:off x="4903391" y="3611044"/>
              <a:ext cx="242211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8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¿Cómo se mueve?</a:t>
              </a:r>
            </a:p>
            <a:p>
              <a:pPr algn="ctr"/>
              <a:r>
                <a:rPr lang="es-CO" sz="18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Modo de transporte, acceso, uso y control</a:t>
              </a:r>
            </a:p>
          </p:txBody>
        </p:sp>
        <p:sp>
          <p:nvSpPr>
            <p:cNvPr id="15" name="CuadroTexto 16">
              <a:extLst>
                <a:ext uri="{FF2B5EF4-FFF2-40B4-BE49-F238E27FC236}">
                  <a16:creationId xmlns:a16="http://schemas.microsoft.com/office/drawing/2014/main" id="{A7E46F5D-E5D1-A31A-0396-0A1C1F774E61}"/>
                </a:ext>
              </a:extLst>
            </p:cNvPr>
            <p:cNvSpPr txBox="1"/>
            <p:nvPr/>
          </p:nvSpPr>
          <p:spPr>
            <a:xfrm>
              <a:off x="4287333" y="2382113"/>
              <a:ext cx="34359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800" dirty="0">
                  <a:latin typeface="Calibri" panose="020F0502020204030204" pitchFamily="34" charset="0"/>
                  <a:cs typeface="Calibri" panose="020F0502020204030204" pitchFamily="34" charset="0"/>
                </a:rPr>
                <a:t>Intersección entre el INGEI e información cualitativa (ENMA)</a:t>
              </a:r>
            </a:p>
          </p:txBody>
        </p:sp>
        <p:sp>
          <p:nvSpPr>
            <p:cNvPr id="16" name="CuadroTexto 17">
              <a:extLst>
                <a:ext uri="{FF2B5EF4-FFF2-40B4-BE49-F238E27FC236}">
                  <a16:creationId xmlns:a16="http://schemas.microsoft.com/office/drawing/2014/main" id="{44A1F889-D9C1-C8B5-0B7C-5D7D89862819}"/>
                </a:ext>
              </a:extLst>
            </p:cNvPr>
            <p:cNvSpPr txBox="1"/>
            <p:nvPr/>
          </p:nvSpPr>
          <p:spPr>
            <a:xfrm>
              <a:off x="6964038" y="5108777"/>
              <a:ext cx="267496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Subjetividad:</a:t>
              </a:r>
            </a:p>
            <a:p>
              <a:pPr algn="ctr"/>
              <a:r>
                <a:rPr lang="es-CO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Preferencias, perspectivas, etc.</a:t>
              </a:r>
            </a:p>
          </p:txBody>
        </p:sp>
        <p:sp>
          <p:nvSpPr>
            <p:cNvPr id="17" name="CuadroTexto 18">
              <a:extLst>
                <a:ext uri="{FF2B5EF4-FFF2-40B4-BE49-F238E27FC236}">
                  <a16:creationId xmlns:a16="http://schemas.microsoft.com/office/drawing/2014/main" id="{56D842B1-EF80-0ADA-BBBD-9B4275FD054A}"/>
                </a:ext>
              </a:extLst>
            </p:cNvPr>
            <p:cNvSpPr txBox="1"/>
            <p:nvPr/>
          </p:nvSpPr>
          <p:spPr>
            <a:xfrm>
              <a:off x="2676394" y="5104218"/>
              <a:ext cx="26749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800" dirty="0">
                  <a:latin typeface="Calibri" panose="020F0502020204030204" pitchFamily="34" charset="0"/>
                  <a:cs typeface="Calibri" panose="020F0502020204030204" pitchFamily="34" charset="0"/>
                </a:rPr>
                <a:t>Análisis estructural socioeconómico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37793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C9044-21B6-188B-DBB3-2B9F5369F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038DC04-5D53-D6BE-D318-AF9D9B578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34">
            <a:extLst>
              <a:ext uri="{FF2B5EF4-FFF2-40B4-BE49-F238E27FC236}">
                <a16:creationId xmlns:a16="http://schemas.microsoft.com/office/drawing/2014/main" id="{0AE07772-7D27-1DB0-6D7D-BF940FA69F6B}"/>
              </a:ext>
            </a:extLst>
          </p:cNvPr>
          <p:cNvSpPr txBox="1"/>
          <p:nvPr/>
        </p:nvSpPr>
        <p:spPr>
          <a:xfrm>
            <a:off x="180947" y="1041157"/>
            <a:ext cx="11830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4800" b="1">
                <a:solidFill>
                  <a:srgbClr val="78458B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s-CO" sz="2800" dirty="0">
                <a:solidFill>
                  <a:srgbClr val="55257D"/>
                </a:solidFill>
              </a:rPr>
              <a:t>Necesidades de información</a:t>
            </a:r>
          </a:p>
        </p:txBody>
      </p:sp>
      <p:sp>
        <p:nvSpPr>
          <p:cNvPr id="4" name="Rectángulo redondeado 1">
            <a:extLst>
              <a:ext uri="{FF2B5EF4-FFF2-40B4-BE49-F238E27FC236}">
                <a16:creationId xmlns:a16="http://schemas.microsoft.com/office/drawing/2014/main" id="{5026812F-F4BB-7C7E-EECC-2F85279DE5E4}"/>
              </a:ext>
            </a:extLst>
          </p:cNvPr>
          <p:cNvSpPr/>
          <p:nvPr/>
        </p:nvSpPr>
        <p:spPr>
          <a:xfrm>
            <a:off x="1985160" y="1845182"/>
            <a:ext cx="3064672" cy="830996"/>
          </a:xfrm>
          <a:prstGeom prst="roundRect">
            <a:avLst/>
          </a:prstGeom>
          <a:solidFill>
            <a:srgbClr val="78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 dirty="0">
                <a:latin typeface="Calibri" panose="020F0502020204030204" pitchFamily="34" charset="0"/>
                <a:cs typeface="Calibri" panose="020F0502020204030204" pitchFamily="34" charset="0"/>
              </a:rPr>
              <a:t>¿Quién se mueve?</a:t>
            </a:r>
          </a:p>
        </p:txBody>
      </p:sp>
      <p:sp>
        <p:nvSpPr>
          <p:cNvPr id="6" name="Rectángulo redondeado 27">
            <a:extLst>
              <a:ext uri="{FF2B5EF4-FFF2-40B4-BE49-F238E27FC236}">
                <a16:creationId xmlns:a16="http://schemas.microsoft.com/office/drawing/2014/main" id="{F5A96407-8D12-0D70-5E9B-5837145DCF1E}"/>
              </a:ext>
            </a:extLst>
          </p:cNvPr>
          <p:cNvSpPr/>
          <p:nvPr/>
        </p:nvSpPr>
        <p:spPr>
          <a:xfrm>
            <a:off x="1985160" y="2822290"/>
            <a:ext cx="3064672" cy="830996"/>
          </a:xfrm>
          <a:prstGeom prst="roundRect">
            <a:avLst/>
          </a:prstGeom>
          <a:solidFill>
            <a:srgbClr val="78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 dirty="0">
                <a:latin typeface="Calibri" panose="020F0502020204030204" pitchFamily="34" charset="0"/>
                <a:cs typeface="Calibri" panose="020F0502020204030204" pitchFamily="34" charset="0"/>
              </a:rPr>
              <a:t>¿Cómo se mueve? / </a:t>
            </a:r>
            <a:r>
              <a:rPr lang="es-CO" sz="2000" b="1" dirty="0">
                <a:latin typeface="Calibri" panose="020F0502020204030204" pitchFamily="34" charset="0"/>
                <a:cs typeface="Calibri" panose="020F0502020204030204" pitchFamily="34" charset="0"/>
              </a:rPr>
              <a:t>¿En qué se mueve?</a:t>
            </a:r>
            <a:endParaRPr lang="es-CO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ángulo redondeado 28">
            <a:extLst>
              <a:ext uri="{FF2B5EF4-FFF2-40B4-BE49-F238E27FC236}">
                <a16:creationId xmlns:a16="http://schemas.microsoft.com/office/drawing/2014/main" id="{85913693-3636-143C-FE2E-4A8CF4D9F4BC}"/>
              </a:ext>
            </a:extLst>
          </p:cNvPr>
          <p:cNvSpPr/>
          <p:nvPr/>
        </p:nvSpPr>
        <p:spPr>
          <a:xfrm>
            <a:off x="1985160" y="3799398"/>
            <a:ext cx="3064672" cy="830996"/>
          </a:xfrm>
          <a:prstGeom prst="roundRect">
            <a:avLst/>
          </a:prstGeom>
          <a:solidFill>
            <a:srgbClr val="78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 dirty="0">
                <a:latin typeface="Calibri" panose="020F0502020204030204" pitchFamily="34" charset="0"/>
                <a:cs typeface="Calibri" panose="020F0502020204030204" pitchFamily="34" charset="0"/>
              </a:rPr>
              <a:t>¿Para qué se mueve?</a:t>
            </a:r>
          </a:p>
        </p:txBody>
      </p:sp>
      <p:sp>
        <p:nvSpPr>
          <p:cNvPr id="9" name="Rectángulo redondeado 32">
            <a:extLst>
              <a:ext uri="{FF2B5EF4-FFF2-40B4-BE49-F238E27FC236}">
                <a16:creationId xmlns:a16="http://schemas.microsoft.com/office/drawing/2014/main" id="{BB2AB498-9C4B-7E13-ED6F-1C3725AED5E9}"/>
              </a:ext>
            </a:extLst>
          </p:cNvPr>
          <p:cNvSpPr/>
          <p:nvPr/>
        </p:nvSpPr>
        <p:spPr>
          <a:xfrm>
            <a:off x="1985160" y="4776506"/>
            <a:ext cx="3064672" cy="830996"/>
          </a:xfrm>
          <a:prstGeom prst="roundRect">
            <a:avLst/>
          </a:prstGeom>
          <a:solidFill>
            <a:srgbClr val="78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 dirty="0">
                <a:latin typeface="Calibri" panose="020F0502020204030204" pitchFamily="34" charset="0"/>
                <a:cs typeface="Calibri" panose="020F0502020204030204" pitchFamily="34" charset="0"/>
              </a:rPr>
              <a:t>¿Por qué usa determinado modo?</a:t>
            </a:r>
          </a:p>
        </p:txBody>
      </p:sp>
      <p:sp>
        <p:nvSpPr>
          <p:cNvPr id="10" name="Rectángulo redondeado 36">
            <a:extLst>
              <a:ext uri="{FF2B5EF4-FFF2-40B4-BE49-F238E27FC236}">
                <a16:creationId xmlns:a16="http://schemas.microsoft.com/office/drawing/2014/main" id="{197B912F-81F0-9AE9-3DAB-5B0523048F58}"/>
              </a:ext>
            </a:extLst>
          </p:cNvPr>
          <p:cNvSpPr/>
          <p:nvPr/>
        </p:nvSpPr>
        <p:spPr>
          <a:xfrm>
            <a:off x="6026446" y="1845182"/>
            <a:ext cx="4991100" cy="830996"/>
          </a:xfrm>
          <a:prstGeom prst="roundRect">
            <a:avLst/>
          </a:prstGeom>
          <a:solidFill>
            <a:srgbClr val="78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 dirty="0">
                <a:latin typeface="Calibri" panose="020F0502020204030204" pitchFamily="34" charset="0"/>
                <a:cs typeface="Calibri" panose="020F0502020204030204" pitchFamily="34" charset="0"/>
              </a:rPr>
              <a:t>Caracterización de los usuarios</a:t>
            </a:r>
          </a:p>
        </p:txBody>
      </p:sp>
      <p:sp>
        <p:nvSpPr>
          <p:cNvPr id="11" name="Rectángulo redondeado 37">
            <a:extLst>
              <a:ext uri="{FF2B5EF4-FFF2-40B4-BE49-F238E27FC236}">
                <a16:creationId xmlns:a16="http://schemas.microsoft.com/office/drawing/2014/main" id="{04BD4D01-3338-E26A-8CBC-563B34D08BCF}"/>
              </a:ext>
            </a:extLst>
          </p:cNvPr>
          <p:cNvSpPr/>
          <p:nvPr/>
        </p:nvSpPr>
        <p:spPr>
          <a:xfrm>
            <a:off x="6026446" y="2822290"/>
            <a:ext cx="4991100" cy="830996"/>
          </a:xfrm>
          <a:prstGeom prst="roundRect">
            <a:avLst/>
          </a:prstGeom>
          <a:solidFill>
            <a:srgbClr val="78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 dirty="0">
                <a:latin typeface="Calibri" panose="020F0502020204030204" pitchFamily="34" charset="0"/>
                <a:cs typeface="Calibri" panose="020F0502020204030204" pitchFamily="34" charset="0"/>
              </a:rPr>
              <a:t>Patrones de movilidad y caracterización de modos</a:t>
            </a:r>
          </a:p>
        </p:txBody>
      </p:sp>
      <p:sp>
        <p:nvSpPr>
          <p:cNvPr id="12" name="Rectángulo redondeado 38">
            <a:extLst>
              <a:ext uri="{FF2B5EF4-FFF2-40B4-BE49-F238E27FC236}">
                <a16:creationId xmlns:a16="http://schemas.microsoft.com/office/drawing/2014/main" id="{220DA560-2210-2389-AEE6-2471DDAC570F}"/>
              </a:ext>
            </a:extLst>
          </p:cNvPr>
          <p:cNvSpPr/>
          <p:nvPr/>
        </p:nvSpPr>
        <p:spPr>
          <a:xfrm>
            <a:off x="6026446" y="3799398"/>
            <a:ext cx="4991100" cy="830996"/>
          </a:xfrm>
          <a:prstGeom prst="roundRect">
            <a:avLst/>
          </a:prstGeom>
          <a:solidFill>
            <a:srgbClr val="78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 dirty="0">
                <a:latin typeface="Calibri" panose="020F0502020204030204" pitchFamily="34" charset="0"/>
                <a:cs typeface="Calibri" panose="020F0502020204030204" pitchFamily="34" charset="0"/>
              </a:rPr>
              <a:t>Motivos y necesidades</a:t>
            </a:r>
          </a:p>
        </p:txBody>
      </p:sp>
      <p:sp>
        <p:nvSpPr>
          <p:cNvPr id="13" name="Rectángulo redondeado 39">
            <a:extLst>
              <a:ext uri="{FF2B5EF4-FFF2-40B4-BE49-F238E27FC236}">
                <a16:creationId xmlns:a16="http://schemas.microsoft.com/office/drawing/2014/main" id="{AAA7B378-3F7F-A701-1D8B-D2FAD2E309B9}"/>
              </a:ext>
            </a:extLst>
          </p:cNvPr>
          <p:cNvSpPr/>
          <p:nvPr/>
        </p:nvSpPr>
        <p:spPr>
          <a:xfrm>
            <a:off x="6026446" y="4776506"/>
            <a:ext cx="4991100" cy="830996"/>
          </a:xfrm>
          <a:prstGeom prst="roundRect">
            <a:avLst/>
          </a:prstGeom>
          <a:solidFill>
            <a:srgbClr val="78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 dirty="0">
                <a:latin typeface="Calibri" panose="020F0502020204030204" pitchFamily="34" charset="0"/>
                <a:cs typeface="Calibri" panose="020F0502020204030204" pitchFamily="34" charset="0"/>
              </a:rPr>
              <a:t>Identificación de los determinantes de la elección del modo</a:t>
            </a:r>
          </a:p>
        </p:txBody>
      </p:sp>
      <p:cxnSp>
        <p:nvCxnSpPr>
          <p:cNvPr id="14" name="Conector recto de flecha 43">
            <a:extLst>
              <a:ext uri="{FF2B5EF4-FFF2-40B4-BE49-F238E27FC236}">
                <a16:creationId xmlns:a16="http://schemas.microsoft.com/office/drawing/2014/main" id="{F238C885-6123-FCC4-2413-6AFB0E023616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5049832" y="2260680"/>
            <a:ext cx="976614" cy="0"/>
          </a:xfrm>
          <a:prstGeom prst="straightConnector1">
            <a:avLst/>
          </a:prstGeom>
          <a:ln w="38100">
            <a:solidFill>
              <a:srgbClr val="5525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45">
            <a:extLst>
              <a:ext uri="{FF2B5EF4-FFF2-40B4-BE49-F238E27FC236}">
                <a16:creationId xmlns:a16="http://schemas.microsoft.com/office/drawing/2014/main" id="{63CB9E78-40A1-0D70-6B86-124DB7A91418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5049832" y="3237788"/>
            <a:ext cx="976614" cy="0"/>
          </a:xfrm>
          <a:prstGeom prst="straightConnector1">
            <a:avLst/>
          </a:prstGeom>
          <a:ln w="38100">
            <a:solidFill>
              <a:srgbClr val="5525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48">
            <a:extLst>
              <a:ext uri="{FF2B5EF4-FFF2-40B4-BE49-F238E27FC236}">
                <a16:creationId xmlns:a16="http://schemas.microsoft.com/office/drawing/2014/main" id="{30436BF8-D527-A6F3-1360-9CCC9AAA40C5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5049832" y="4214896"/>
            <a:ext cx="976614" cy="0"/>
          </a:xfrm>
          <a:prstGeom prst="straightConnector1">
            <a:avLst/>
          </a:prstGeom>
          <a:ln w="38100">
            <a:solidFill>
              <a:srgbClr val="5525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51">
            <a:extLst>
              <a:ext uri="{FF2B5EF4-FFF2-40B4-BE49-F238E27FC236}">
                <a16:creationId xmlns:a16="http://schemas.microsoft.com/office/drawing/2014/main" id="{143FB46D-4360-EFED-C99B-7540F6F15963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5049832" y="5192004"/>
            <a:ext cx="976614" cy="0"/>
          </a:xfrm>
          <a:prstGeom prst="straightConnector1">
            <a:avLst/>
          </a:prstGeom>
          <a:ln w="38100">
            <a:solidFill>
              <a:srgbClr val="5525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54">
            <a:extLst>
              <a:ext uri="{FF2B5EF4-FFF2-40B4-BE49-F238E27FC236}">
                <a16:creationId xmlns:a16="http://schemas.microsoft.com/office/drawing/2014/main" id="{D82D0AAB-66AD-F077-714D-E52F79D3623E}"/>
              </a:ext>
            </a:extLst>
          </p:cNvPr>
          <p:cNvSpPr txBox="1"/>
          <p:nvPr/>
        </p:nvSpPr>
        <p:spPr>
          <a:xfrm rot="16200000">
            <a:off x="-387685" y="3503497"/>
            <a:ext cx="3762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Helvetica Neue" panose="02000503000000020004" pitchFamily="2" charset="0"/>
                <a:cs typeface="Calibri Light" panose="020F0302020204030204" pitchFamily="34" charset="0"/>
              </a:rPr>
              <a:t>Preguntas orientadoras</a:t>
            </a:r>
          </a:p>
        </p:txBody>
      </p:sp>
    </p:spTree>
    <p:extLst>
      <p:ext uri="{BB962C8B-B14F-4D97-AF65-F5344CB8AC3E}">
        <p14:creationId xmlns:p14="http://schemas.microsoft.com/office/powerpoint/2010/main" val="776089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9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9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9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9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E27CF-B64F-EBCF-A00D-1E13920C5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70B2FC5-EE3C-9B30-860E-2E61E61FCD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9C30522-F383-8D08-BB7E-1DDE1A1C9993}"/>
              </a:ext>
            </a:extLst>
          </p:cNvPr>
          <p:cNvSpPr txBox="1"/>
          <p:nvPr/>
        </p:nvSpPr>
        <p:spPr>
          <a:xfrm>
            <a:off x="4929167" y="1052361"/>
            <a:ext cx="2092689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s-CO" sz="2800" b="1" dirty="0">
                <a:solidFill>
                  <a:srgbClr val="55257D"/>
                </a:solidFill>
              </a:rPr>
              <a:t>Metodología</a:t>
            </a:r>
          </a:p>
        </p:txBody>
      </p:sp>
      <p:sp>
        <p:nvSpPr>
          <p:cNvPr id="4" name="Google Shape;153;p5">
            <a:extLst>
              <a:ext uri="{FF2B5EF4-FFF2-40B4-BE49-F238E27FC236}">
                <a16:creationId xmlns:a16="http://schemas.microsoft.com/office/drawing/2014/main" id="{571F84EC-9F95-9405-C684-7A8438179B15}"/>
              </a:ext>
            </a:extLst>
          </p:cNvPr>
          <p:cNvSpPr/>
          <p:nvPr/>
        </p:nvSpPr>
        <p:spPr>
          <a:xfrm>
            <a:off x="7723673" y="2496610"/>
            <a:ext cx="3509820" cy="430887"/>
          </a:xfrm>
          <a:prstGeom prst="roundRect">
            <a:avLst>
              <a:gd name="adj" fmla="val 16667"/>
            </a:avLst>
          </a:prstGeom>
          <a:solidFill>
            <a:srgbClr val="78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l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/>
              </a:rPr>
              <a:t>Entrevistas </a:t>
            </a:r>
            <a:r>
              <a:rPr lang="en-US" sz="2000" b="1" dirty="0" err="1">
                <a:solidFill>
                  <a:schemeClr val="l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/>
              </a:rPr>
              <a:t>semiestructuradas</a:t>
            </a:r>
            <a:endParaRPr sz="2000" b="1" dirty="0">
              <a:solidFill>
                <a:schemeClr val="lt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Google Shape;153;p5">
            <a:extLst>
              <a:ext uri="{FF2B5EF4-FFF2-40B4-BE49-F238E27FC236}">
                <a16:creationId xmlns:a16="http://schemas.microsoft.com/office/drawing/2014/main" id="{D062B42A-F603-6C6F-3093-FB909FDFE27C}"/>
              </a:ext>
            </a:extLst>
          </p:cNvPr>
          <p:cNvSpPr/>
          <p:nvPr/>
        </p:nvSpPr>
        <p:spPr>
          <a:xfrm>
            <a:off x="7723673" y="3083323"/>
            <a:ext cx="3509820" cy="430887"/>
          </a:xfrm>
          <a:prstGeom prst="roundRect">
            <a:avLst>
              <a:gd name="adj" fmla="val 16667"/>
            </a:avLst>
          </a:prstGeom>
          <a:solidFill>
            <a:srgbClr val="78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l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/>
              </a:rPr>
              <a:t>Recorridos </a:t>
            </a:r>
            <a:r>
              <a:rPr lang="en-US" sz="2000" b="1" dirty="0" err="1">
                <a:solidFill>
                  <a:schemeClr val="l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/>
              </a:rPr>
              <a:t>cotidianos</a:t>
            </a:r>
            <a:endParaRPr sz="2000" b="1" dirty="0">
              <a:solidFill>
                <a:schemeClr val="lt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Google Shape;153;p5">
            <a:extLst>
              <a:ext uri="{FF2B5EF4-FFF2-40B4-BE49-F238E27FC236}">
                <a16:creationId xmlns:a16="http://schemas.microsoft.com/office/drawing/2014/main" id="{DEEB68F0-09F0-ABCA-915E-C554D7750AA6}"/>
              </a:ext>
            </a:extLst>
          </p:cNvPr>
          <p:cNvSpPr/>
          <p:nvPr/>
        </p:nvSpPr>
        <p:spPr>
          <a:xfrm>
            <a:off x="7756867" y="3743552"/>
            <a:ext cx="3509820" cy="430887"/>
          </a:xfrm>
          <a:prstGeom prst="roundRect">
            <a:avLst>
              <a:gd name="adj" fmla="val 16667"/>
            </a:avLst>
          </a:prstGeom>
          <a:solidFill>
            <a:srgbClr val="78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l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/>
              </a:rPr>
              <a:t>Grupos</a:t>
            </a:r>
            <a:r>
              <a:rPr lang="en-US" sz="2000" b="1" dirty="0">
                <a:solidFill>
                  <a:schemeClr val="l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/>
              </a:rPr>
              <a:t> </a:t>
            </a:r>
            <a:r>
              <a:rPr lang="en-US" sz="2000" b="1" dirty="0" err="1">
                <a:solidFill>
                  <a:schemeClr val="l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/>
              </a:rPr>
              <a:t>focales</a:t>
            </a:r>
            <a:endParaRPr sz="2000" b="1" dirty="0">
              <a:solidFill>
                <a:schemeClr val="lt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9" name="Google Shape;153;p5">
            <a:extLst>
              <a:ext uri="{FF2B5EF4-FFF2-40B4-BE49-F238E27FC236}">
                <a16:creationId xmlns:a16="http://schemas.microsoft.com/office/drawing/2014/main" id="{EA87192A-BCDC-A18C-46DA-DCD7638930E1}"/>
              </a:ext>
            </a:extLst>
          </p:cNvPr>
          <p:cNvSpPr/>
          <p:nvPr/>
        </p:nvSpPr>
        <p:spPr>
          <a:xfrm>
            <a:off x="7756867" y="4340198"/>
            <a:ext cx="3509820" cy="400109"/>
          </a:xfrm>
          <a:prstGeom prst="roundRect">
            <a:avLst>
              <a:gd name="adj" fmla="val 16667"/>
            </a:avLst>
          </a:prstGeom>
          <a:solidFill>
            <a:srgbClr val="78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l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/>
              </a:rPr>
              <a:t>Encuesta</a:t>
            </a:r>
            <a:r>
              <a:rPr lang="en-US" sz="2000" b="1" dirty="0">
                <a:solidFill>
                  <a:schemeClr val="l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/>
              </a:rPr>
              <a:t> </a:t>
            </a:r>
            <a:r>
              <a:rPr lang="en-US" sz="2000" b="1">
                <a:solidFill>
                  <a:schemeClr val="l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/>
              </a:rPr>
              <a:t>de </a:t>
            </a:r>
            <a:r>
              <a:rPr lang="en-US" sz="2000" b="1" dirty="0" err="1">
                <a:solidFill>
                  <a:schemeClr val="lt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/>
              </a:rPr>
              <a:t>movilidad</a:t>
            </a:r>
            <a:endParaRPr sz="2000" b="1" dirty="0">
              <a:solidFill>
                <a:schemeClr val="lt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0" name="CuadroTexto 1">
            <a:extLst>
              <a:ext uri="{FF2B5EF4-FFF2-40B4-BE49-F238E27FC236}">
                <a16:creationId xmlns:a16="http://schemas.microsoft.com/office/drawing/2014/main" id="{DC30EBEA-0CCE-855E-A05B-18043CFA05C4}"/>
              </a:ext>
            </a:extLst>
          </p:cNvPr>
          <p:cNvSpPr txBox="1"/>
          <p:nvPr/>
        </p:nvSpPr>
        <p:spPr>
          <a:xfrm>
            <a:off x="2083460" y="1862531"/>
            <a:ext cx="26828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err="1"/>
              <a:t>Investigación</a:t>
            </a:r>
            <a:r>
              <a:rPr lang="en-US" sz="2200" b="1" dirty="0"/>
              <a:t> </a:t>
            </a:r>
            <a:r>
              <a:rPr lang="en-US" sz="2200" b="1" dirty="0" err="1"/>
              <a:t>mixta</a:t>
            </a:r>
            <a:endParaRPr lang="en-US" sz="2200" b="1" dirty="0"/>
          </a:p>
        </p:txBody>
      </p:sp>
      <p:sp>
        <p:nvSpPr>
          <p:cNvPr id="14" name="Google Shape;145;g3572edefd4d_0_464">
            <a:extLst>
              <a:ext uri="{FF2B5EF4-FFF2-40B4-BE49-F238E27FC236}">
                <a16:creationId xmlns:a16="http://schemas.microsoft.com/office/drawing/2014/main" id="{04AFEF5A-0788-A5EA-A9E6-32D238AA22D5}"/>
              </a:ext>
            </a:extLst>
          </p:cNvPr>
          <p:cNvSpPr/>
          <p:nvPr/>
        </p:nvSpPr>
        <p:spPr>
          <a:xfrm>
            <a:off x="526764" y="4869383"/>
            <a:ext cx="5796206" cy="269402"/>
          </a:xfrm>
          <a:prstGeom prst="roundRect">
            <a:avLst>
              <a:gd name="adj" fmla="val 16667"/>
            </a:avLst>
          </a:prstGeom>
          <a:solidFill>
            <a:srgbClr val="D3C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78458B"/>
                </a:solidFill>
                <a:latin typeface="Calibri"/>
                <a:ea typeface="Calibri"/>
                <a:cs typeface="Calibri"/>
                <a:sym typeface="Calibri"/>
              </a:rPr>
              <a:t>Enfoque</a:t>
            </a:r>
            <a:r>
              <a:rPr lang="en-US" sz="1800" b="1" dirty="0">
                <a:solidFill>
                  <a:srgbClr val="78458B"/>
                </a:solidFill>
                <a:latin typeface="Calibri"/>
                <a:ea typeface="Calibri"/>
                <a:cs typeface="Calibri"/>
                <a:sym typeface="Calibri"/>
              </a:rPr>
              <a:t> de Género e </a:t>
            </a:r>
            <a:r>
              <a:rPr lang="en-US" sz="1800" b="1" dirty="0" err="1">
                <a:solidFill>
                  <a:srgbClr val="78458B"/>
                </a:solidFill>
                <a:latin typeface="Calibri"/>
                <a:ea typeface="Calibri"/>
                <a:cs typeface="Calibri"/>
                <a:sym typeface="Calibri"/>
              </a:rPr>
              <a:t>Interseccional</a:t>
            </a:r>
            <a:r>
              <a:rPr lang="en-US" sz="1800" b="1" dirty="0">
                <a:solidFill>
                  <a:srgbClr val="78458B"/>
                </a:solidFill>
                <a:latin typeface="Calibri"/>
                <a:ea typeface="Calibri"/>
                <a:cs typeface="Calibri"/>
                <a:sym typeface="Calibri"/>
              </a:rPr>
              <a:t> Transversal</a:t>
            </a:r>
            <a:endParaRPr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1E3278C-6FE9-D81C-20FB-6ED55AE91041}"/>
              </a:ext>
            </a:extLst>
          </p:cNvPr>
          <p:cNvSpPr txBox="1"/>
          <p:nvPr/>
        </p:nvSpPr>
        <p:spPr>
          <a:xfrm>
            <a:off x="8137175" y="1877919"/>
            <a:ext cx="26828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/>
              <a:t>Instrumentos</a:t>
            </a:r>
            <a:endParaRPr lang="en-US" sz="2000" b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22E7E1B-6A33-F963-AB4D-96F7F0BCB50B}"/>
              </a:ext>
            </a:extLst>
          </p:cNvPr>
          <p:cNvSpPr txBox="1"/>
          <p:nvPr/>
        </p:nvSpPr>
        <p:spPr>
          <a:xfrm>
            <a:off x="7723673" y="4906066"/>
            <a:ext cx="350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/>
              <a:t>Piloto</a:t>
            </a:r>
            <a:r>
              <a:rPr lang="en-US" sz="2000" dirty="0"/>
              <a:t> en 2 </a:t>
            </a:r>
            <a:r>
              <a:rPr lang="en-US" sz="2000" dirty="0" err="1"/>
              <a:t>ciudades</a:t>
            </a:r>
            <a:endParaRPr lang="en-US" sz="2000" dirty="0"/>
          </a:p>
        </p:txBody>
      </p:sp>
      <p:pic>
        <p:nvPicPr>
          <p:cNvPr id="18" name="Graphic 17" descr="Good Idea outline">
            <a:extLst>
              <a:ext uri="{FF2B5EF4-FFF2-40B4-BE49-F238E27FC236}">
                <a16:creationId xmlns:a16="http://schemas.microsoft.com/office/drawing/2014/main" id="{3D6EA4BE-19A9-DBAC-6752-F55164F29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1022" y="3581400"/>
            <a:ext cx="914400" cy="914400"/>
          </a:xfrm>
          <a:prstGeom prst="rect">
            <a:avLst/>
          </a:prstGeom>
        </p:spPr>
      </p:pic>
      <p:pic>
        <p:nvPicPr>
          <p:cNvPr id="20" name="Graphic 19" descr="Head with gears outline">
            <a:extLst>
              <a:ext uri="{FF2B5EF4-FFF2-40B4-BE49-F238E27FC236}">
                <a16:creationId xmlns:a16="http://schemas.microsoft.com/office/drawing/2014/main" id="{73921D57-F2E6-FCD7-0655-EDBCBAA2DB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972" y="3514210"/>
            <a:ext cx="914400" cy="914400"/>
          </a:xfrm>
          <a:prstGeom prst="rect">
            <a:avLst/>
          </a:prstGeom>
        </p:spPr>
      </p:pic>
      <p:pic>
        <p:nvPicPr>
          <p:cNvPr id="22" name="Graphic 21" descr="Presentation with bar chart outline">
            <a:extLst>
              <a:ext uri="{FF2B5EF4-FFF2-40B4-BE49-F238E27FC236}">
                <a16:creationId xmlns:a16="http://schemas.microsoft.com/office/drawing/2014/main" id="{EE7CA60B-5375-24AC-90B0-5659EB466B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87029" y="3581400"/>
            <a:ext cx="914400" cy="914400"/>
          </a:xfrm>
          <a:prstGeom prst="rect">
            <a:avLst/>
          </a:prstGeom>
        </p:spPr>
      </p:pic>
      <p:pic>
        <p:nvPicPr>
          <p:cNvPr id="24" name="Graphic 23" descr="Presentation with pie chart outline">
            <a:extLst>
              <a:ext uri="{FF2B5EF4-FFF2-40B4-BE49-F238E27FC236}">
                <a16:creationId xmlns:a16="http://schemas.microsoft.com/office/drawing/2014/main" id="{9F02AEA1-C971-9F4B-9BAF-6C926D425D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1735" y="3546349"/>
            <a:ext cx="914400" cy="914400"/>
          </a:xfrm>
          <a:prstGeom prst="rect">
            <a:avLst/>
          </a:prstGeom>
        </p:spPr>
      </p:pic>
      <p:pic>
        <p:nvPicPr>
          <p:cNvPr id="28" name="Graphic 27" descr="Typewriter outline">
            <a:extLst>
              <a:ext uri="{FF2B5EF4-FFF2-40B4-BE49-F238E27FC236}">
                <a16:creationId xmlns:a16="http://schemas.microsoft.com/office/drawing/2014/main" id="{DDD72BEC-6F52-49EE-0528-17F8CBB599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71985" y="3514210"/>
            <a:ext cx="914400" cy="914400"/>
          </a:xfrm>
          <a:prstGeom prst="rect">
            <a:avLst/>
          </a:prstGeom>
        </p:spPr>
      </p:pic>
      <p:pic>
        <p:nvPicPr>
          <p:cNvPr id="30" name="Graphic 29" descr="Clipboard Checked outline">
            <a:extLst>
              <a:ext uri="{FF2B5EF4-FFF2-40B4-BE49-F238E27FC236}">
                <a16:creationId xmlns:a16="http://schemas.microsoft.com/office/drawing/2014/main" id="{22F5C13F-ADB6-90A6-EC50-5DCF5C8644D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27742" y="3514210"/>
            <a:ext cx="914400" cy="914400"/>
          </a:xfrm>
          <a:prstGeom prst="rect">
            <a:avLst/>
          </a:prstGeom>
        </p:spPr>
      </p:pic>
      <p:sp>
        <p:nvSpPr>
          <p:cNvPr id="31" name="Flowchart: Alternate Process 30">
            <a:extLst>
              <a:ext uri="{FF2B5EF4-FFF2-40B4-BE49-F238E27FC236}">
                <a16:creationId xmlns:a16="http://schemas.microsoft.com/office/drawing/2014/main" id="{220E4C75-9C86-E4CD-3D94-E23FAE321802}"/>
              </a:ext>
            </a:extLst>
          </p:cNvPr>
          <p:cNvSpPr/>
          <p:nvPr/>
        </p:nvSpPr>
        <p:spPr>
          <a:xfrm>
            <a:off x="800972" y="2466686"/>
            <a:ext cx="2486514" cy="606752"/>
          </a:xfrm>
          <a:prstGeom prst="flowChartAlternateProcess">
            <a:avLst/>
          </a:prstGeom>
          <a:gradFill flip="none" rotWithShape="1">
            <a:gsLst>
              <a:gs pos="0">
                <a:srgbClr val="DFD128">
                  <a:tint val="66000"/>
                  <a:satMod val="160000"/>
                </a:srgbClr>
              </a:gs>
              <a:gs pos="50000">
                <a:srgbClr val="DFD128">
                  <a:tint val="44500"/>
                  <a:satMod val="160000"/>
                </a:srgbClr>
              </a:gs>
              <a:gs pos="100000">
                <a:srgbClr val="DFD128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200" dirty="0">
                <a:solidFill>
                  <a:schemeClr val="tx1"/>
                </a:solidFill>
              </a:rPr>
              <a:t>Cuantitativo</a:t>
            </a:r>
          </a:p>
        </p:txBody>
      </p:sp>
      <p:sp>
        <p:nvSpPr>
          <p:cNvPr id="32" name="Flowchart: Alternate Process 31">
            <a:extLst>
              <a:ext uri="{FF2B5EF4-FFF2-40B4-BE49-F238E27FC236}">
                <a16:creationId xmlns:a16="http://schemas.microsoft.com/office/drawing/2014/main" id="{F7A97E64-546C-B58C-FE15-17B18496C2EE}"/>
              </a:ext>
            </a:extLst>
          </p:cNvPr>
          <p:cNvSpPr/>
          <p:nvPr/>
        </p:nvSpPr>
        <p:spPr>
          <a:xfrm>
            <a:off x="3491022" y="2458746"/>
            <a:ext cx="2486514" cy="606752"/>
          </a:xfrm>
          <a:prstGeom prst="flowChartAlternateProcess">
            <a:avLst/>
          </a:prstGeom>
          <a:gradFill flip="none" rotWithShape="1">
            <a:gsLst>
              <a:gs pos="0">
                <a:srgbClr val="DFD128">
                  <a:tint val="66000"/>
                  <a:satMod val="160000"/>
                </a:srgbClr>
              </a:gs>
              <a:gs pos="50000">
                <a:srgbClr val="DFD128">
                  <a:tint val="44500"/>
                  <a:satMod val="160000"/>
                </a:srgbClr>
              </a:gs>
              <a:gs pos="100000">
                <a:srgbClr val="DFD128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200" dirty="0">
                <a:solidFill>
                  <a:schemeClr val="tx1"/>
                </a:solidFill>
              </a:rPr>
              <a:t>Cualitativo</a:t>
            </a:r>
          </a:p>
        </p:txBody>
      </p:sp>
    </p:spTree>
    <p:extLst>
      <p:ext uri="{BB962C8B-B14F-4D97-AF65-F5344CB8AC3E}">
        <p14:creationId xmlns:p14="http://schemas.microsoft.com/office/powerpoint/2010/main" val="35376590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EAA74-9808-D79D-E770-185B226F3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0FDCB91-92D9-929E-610F-E809540F8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SVG &gt; Colombia geografía mapa - Imagen e icono gratis de SVG. | SVG Silh">
            <a:extLst>
              <a:ext uri="{FF2B5EF4-FFF2-40B4-BE49-F238E27FC236}">
                <a16:creationId xmlns:a16="http://schemas.microsoft.com/office/drawing/2014/main" id="{2209293F-A50A-EC4F-7AD9-0A6FC5B46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58" y="1184517"/>
            <a:ext cx="3080988" cy="4488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Icono Ubicación Vectores, Iconos, Gráficos y Fondos para ...">
            <a:extLst>
              <a:ext uri="{FF2B5EF4-FFF2-40B4-BE49-F238E27FC236}">
                <a16:creationId xmlns:a16="http://schemas.microsoft.com/office/drawing/2014/main" id="{C369991C-BD36-857B-7992-AEC107E1C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554" y="3430283"/>
            <a:ext cx="546519" cy="474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Icono Ubicación Vectores, Iconos, Gráficos y Fondos para ...">
            <a:extLst>
              <a:ext uri="{FF2B5EF4-FFF2-40B4-BE49-F238E27FC236}">
                <a16:creationId xmlns:a16="http://schemas.microsoft.com/office/drawing/2014/main" id="{A91C23EB-EC1F-2FF5-1290-7D47DFC4E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068" y="2873031"/>
            <a:ext cx="546519" cy="474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ítulo 1">
            <a:extLst>
              <a:ext uri="{FF2B5EF4-FFF2-40B4-BE49-F238E27FC236}">
                <a16:creationId xmlns:a16="http://schemas.microsoft.com/office/drawing/2014/main" id="{D0DBE99F-1600-7A7C-BAF3-55A243509549}"/>
              </a:ext>
            </a:extLst>
          </p:cNvPr>
          <p:cNvSpPr txBox="1">
            <a:spLocks/>
          </p:cNvSpPr>
          <p:nvPr/>
        </p:nvSpPr>
        <p:spPr>
          <a:xfrm>
            <a:off x="697058" y="3755525"/>
            <a:ext cx="1044395" cy="6539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chemeClr val="bg1"/>
                </a:solidFill>
              </a:rPr>
              <a:t>Cali 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69BFB7D0-4CAE-A020-0F26-8D5D69E8B821}"/>
              </a:ext>
            </a:extLst>
          </p:cNvPr>
          <p:cNvSpPr txBox="1">
            <a:spLocks/>
          </p:cNvSpPr>
          <p:nvPr/>
        </p:nvSpPr>
        <p:spPr>
          <a:xfrm>
            <a:off x="1251504" y="2733173"/>
            <a:ext cx="2603483" cy="122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90000"/>
              </a:lnSpc>
              <a:buClr>
                <a:schemeClr val="dk1"/>
              </a:buClr>
              <a:buSzPts val="1800"/>
              <a:buFont typeface="Calibri"/>
              <a:buNone/>
              <a:defRPr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dirty="0">
                <a:solidFill>
                  <a:schemeClr val="bg1"/>
                </a:solidFill>
              </a:rPr>
              <a:t>Medellín </a:t>
            </a:r>
          </a:p>
        </p:txBody>
      </p:sp>
      <p:sp>
        <p:nvSpPr>
          <p:cNvPr id="23" name="Rectángulo redondeado 2">
            <a:extLst>
              <a:ext uri="{FF2B5EF4-FFF2-40B4-BE49-F238E27FC236}">
                <a16:creationId xmlns:a16="http://schemas.microsoft.com/office/drawing/2014/main" id="{DF224DCF-7C12-875B-CB12-766A451B0CBF}"/>
              </a:ext>
            </a:extLst>
          </p:cNvPr>
          <p:cNvSpPr/>
          <p:nvPr/>
        </p:nvSpPr>
        <p:spPr>
          <a:xfrm>
            <a:off x="3403257" y="2049025"/>
            <a:ext cx="4038684" cy="333388"/>
          </a:xfrm>
          <a:prstGeom prst="roundRect">
            <a:avLst/>
          </a:prstGeom>
          <a:solidFill>
            <a:srgbClr val="78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latin typeface="Calibri" panose="020F0502020204030204" pitchFamily="34" charset="0"/>
                <a:cs typeface="Calibri" panose="020F0502020204030204" pitchFamily="34" charset="0"/>
              </a:rPr>
              <a:t>¿Pertenece a área metropolitana?</a:t>
            </a:r>
          </a:p>
        </p:txBody>
      </p:sp>
      <p:sp>
        <p:nvSpPr>
          <p:cNvPr id="24" name="Rectángulo redondeado 4">
            <a:extLst>
              <a:ext uri="{FF2B5EF4-FFF2-40B4-BE49-F238E27FC236}">
                <a16:creationId xmlns:a16="http://schemas.microsoft.com/office/drawing/2014/main" id="{FA3CA0D4-AEB4-98D8-1BA8-FE9A78D07C80}"/>
              </a:ext>
            </a:extLst>
          </p:cNvPr>
          <p:cNvSpPr/>
          <p:nvPr/>
        </p:nvSpPr>
        <p:spPr>
          <a:xfrm>
            <a:off x="3403256" y="2433697"/>
            <a:ext cx="4038684" cy="333388"/>
          </a:xfrm>
          <a:prstGeom prst="roundRect">
            <a:avLst/>
          </a:prstGeom>
          <a:solidFill>
            <a:srgbClr val="78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>
                <a:latin typeface="Calibri" panose="020F0502020204030204" pitchFamily="34" charset="0"/>
                <a:cs typeface="Calibri" panose="020F0502020204030204" pitchFamily="34" charset="0"/>
              </a:rPr>
              <a:t>¿Tiene transporte público masivo?</a:t>
            </a:r>
          </a:p>
        </p:txBody>
      </p:sp>
      <p:sp>
        <p:nvSpPr>
          <p:cNvPr id="25" name="Rectángulo redondeado 5">
            <a:extLst>
              <a:ext uri="{FF2B5EF4-FFF2-40B4-BE49-F238E27FC236}">
                <a16:creationId xmlns:a16="http://schemas.microsoft.com/office/drawing/2014/main" id="{55DF6C80-797D-81E8-D8FF-94A2D5B4907C}"/>
              </a:ext>
            </a:extLst>
          </p:cNvPr>
          <p:cNvSpPr/>
          <p:nvPr/>
        </p:nvSpPr>
        <p:spPr>
          <a:xfrm>
            <a:off x="3403257" y="2791220"/>
            <a:ext cx="4038684" cy="304545"/>
          </a:xfrm>
          <a:prstGeom prst="roundRect">
            <a:avLst/>
          </a:prstGeom>
          <a:solidFill>
            <a:srgbClr val="78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latin typeface="Calibri" panose="020F0502020204030204" pitchFamily="34" charset="0"/>
                <a:cs typeface="Calibri" panose="020F0502020204030204" pitchFamily="34" charset="0"/>
              </a:rPr>
              <a:t>Emisiones de GEI</a:t>
            </a:r>
          </a:p>
        </p:txBody>
      </p:sp>
      <p:sp>
        <p:nvSpPr>
          <p:cNvPr id="26" name="Rectángulo redondeado 7">
            <a:extLst>
              <a:ext uri="{FF2B5EF4-FFF2-40B4-BE49-F238E27FC236}">
                <a16:creationId xmlns:a16="http://schemas.microsoft.com/office/drawing/2014/main" id="{4D2D1FDD-0358-4762-4CC6-407B6BA1E7C1}"/>
              </a:ext>
            </a:extLst>
          </p:cNvPr>
          <p:cNvSpPr/>
          <p:nvPr/>
        </p:nvSpPr>
        <p:spPr>
          <a:xfrm>
            <a:off x="3403256" y="3125098"/>
            <a:ext cx="4038684" cy="333388"/>
          </a:xfrm>
          <a:prstGeom prst="roundRect">
            <a:avLst/>
          </a:prstGeom>
          <a:solidFill>
            <a:srgbClr val="78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latin typeface="Calibri" panose="020F0502020204030204" pitchFamily="34" charset="0"/>
                <a:cs typeface="Calibri" panose="020F0502020204030204" pitchFamily="34" charset="0"/>
              </a:rPr>
              <a:t>Tamaño del parque automotor</a:t>
            </a:r>
          </a:p>
        </p:txBody>
      </p:sp>
      <p:sp>
        <p:nvSpPr>
          <p:cNvPr id="27" name="Rectángulo redondeado 8">
            <a:extLst>
              <a:ext uri="{FF2B5EF4-FFF2-40B4-BE49-F238E27FC236}">
                <a16:creationId xmlns:a16="http://schemas.microsoft.com/office/drawing/2014/main" id="{1EC7A99E-C490-3068-838A-B2A673FFE4D5}"/>
              </a:ext>
            </a:extLst>
          </p:cNvPr>
          <p:cNvSpPr/>
          <p:nvPr/>
        </p:nvSpPr>
        <p:spPr>
          <a:xfrm>
            <a:off x="3386587" y="3493307"/>
            <a:ext cx="4038684" cy="333388"/>
          </a:xfrm>
          <a:prstGeom prst="roundRect">
            <a:avLst/>
          </a:prstGeom>
          <a:solidFill>
            <a:srgbClr val="78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latin typeface="Calibri" panose="020F0502020204030204" pitchFamily="34" charset="0"/>
                <a:cs typeface="Calibri" panose="020F0502020204030204" pitchFamily="34" charset="0"/>
              </a:rPr>
              <a:t>Tamaño de la población</a:t>
            </a:r>
          </a:p>
        </p:txBody>
      </p:sp>
      <p:sp>
        <p:nvSpPr>
          <p:cNvPr id="28" name="Rectángulo redondeado 10">
            <a:extLst>
              <a:ext uri="{FF2B5EF4-FFF2-40B4-BE49-F238E27FC236}">
                <a16:creationId xmlns:a16="http://schemas.microsoft.com/office/drawing/2014/main" id="{2B7A71E9-3E08-A11D-0F86-7BA82FF9A128}"/>
              </a:ext>
            </a:extLst>
          </p:cNvPr>
          <p:cNvSpPr/>
          <p:nvPr/>
        </p:nvSpPr>
        <p:spPr>
          <a:xfrm>
            <a:off x="3386586" y="3856210"/>
            <a:ext cx="4038684" cy="333388"/>
          </a:xfrm>
          <a:prstGeom prst="roundRect">
            <a:avLst/>
          </a:prstGeom>
          <a:solidFill>
            <a:srgbClr val="78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>
                <a:latin typeface="Calibri" panose="020F0502020204030204" pitchFamily="34" charset="0"/>
                <a:cs typeface="Calibri" panose="020F0502020204030204" pitchFamily="34" charset="0"/>
              </a:rPr>
              <a:t>Carac</a:t>
            </a:r>
            <a:r>
              <a:rPr lang="es-CO" dirty="0">
                <a:latin typeface="Calibri" panose="020F0502020204030204" pitchFamily="34" charset="0"/>
                <a:cs typeface="Calibri" panose="020F0502020204030204" pitchFamily="34" charset="0"/>
              </a:rPr>
              <a:t>. Demo., </a:t>
            </a:r>
            <a:r>
              <a:rPr lang="es-CO" dirty="0" err="1">
                <a:latin typeface="Calibri" panose="020F0502020204030204" pitchFamily="34" charset="0"/>
                <a:cs typeface="Calibri" panose="020F0502020204030204" pitchFamily="34" charset="0"/>
              </a:rPr>
              <a:t>econo</a:t>
            </a:r>
            <a:r>
              <a:rPr lang="es-CO" dirty="0">
                <a:latin typeface="Calibri" panose="020F0502020204030204" pitchFamily="34" charset="0"/>
                <a:cs typeface="Calibri" panose="020F0502020204030204" pitchFamily="34" charset="0"/>
              </a:rPr>
              <a:t>. y socio-productivas</a:t>
            </a:r>
          </a:p>
        </p:txBody>
      </p:sp>
      <p:sp>
        <p:nvSpPr>
          <p:cNvPr id="30" name="Rectángulo redondeado 15">
            <a:extLst>
              <a:ext uri="{FF2B5EF4-FFF2-40B4-BE49-F238E27FC236}">
                <a16:creationId xmlns:a16="http://schemas.microsoft.com/office/drawing/2014/main" id="{AEE5A138-84F8-59B1-9F76-776E4D924301}"/>
              </a:ext>
            </a:extLst>
          </p:cNvPr>
          <p:cNvSpPr/>
          <p:nvPr/>
        </p:nvSpPr>
        <p:spPr>
          <a:xfrm>
            <a:off x="3403256" y="4241835"/>
            <a:ext cx="4038684" cy="333388"/>
          </a:xfrm>
          <a:prstGeom prst="roundRect">
            <a:avLst/>
          </a:prstGeom>
          <a:solidFill>
            <a:srgbClr val="78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latin typeface="Calibri" panose="020F0502020204030204" pitchFamily="34" charset="0"/>
                <a:cs typeface="Calibri" panose="020F0502020204030204" pitchFamily="34" charset="0"/>
              </a:rPr>
              <a:t>Uso de TP y modos activos</a:t>
            </a:r>
          </a:p>
        </p:txBody>
      </p:sp>
      <p:sp>
        <p:nvSpPr>
          <p:cNvPr id="33" name="Rectángulo redondeado 46">
            <a:extLst>
              <a:ext uri="{FF2B5EF4-FFF2-40B4-BE49-F238E27FC236}">
                <a16:creationId xmlns:a16="http://schemas.microsoft.com/office/drawing/2014/main" id="{E55C7AE8-4FA5-A5E9-99C0-5F182D0822C1}"/>
              </a:ext>
            </a:extLst>
          </p:cNvPr>
          <p:cNvSpPr/>
          <p:nvPr/>
        </p:nvSpPr>
        <p:spPr>
          <a:xfrm>
            <a:off x="7503295" y="1710150"/>
            <a:ext cx="2155010" cy="333388"/>
          </a:xfrm>
          <a:prstGeom prst="roundRect">
            <a:avLst/>
          </a:prstGeom>
          <a:solidFill>
            <a:srgbClr val="78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>
                <a:latin typeface="Calibri" panose="020F0502020204030204" pitchFamily="34" charset="0"/>
                <a:cs typeface="Calibri" panose="020F0502020204030204" pitchFamily="34" charset="0"/>
              </a:rPr>
              <a:t>Cali</a:t>
            </a:r>
          </a:p>
        </p:txBody>
      </p:sp>
      <p:sp>
        <p:nvSpPr>
          <p:cNvPr id="34" name="Rectángulo redondeado 47">
            <a:extLst>
              <a:ext uri="{FF2B5EF4-FFF2-40B4-BE49-F238E27FC236}">
                <a16:creationId xmlns:a16="http://schemas.microsoft.com/office/drawing/2014/main" id="{52665ED0-7BC7-7AF3-E49B-5F0CB1BC1E80}"/>
              </a:ext>
            </a:extLst>
          </p:cNvPr>
          <p:cNvSpPr/>
          <p:nvPr/>
        </p:nvSpPr>
        <p:spPr>
          <a:xfrm>
            <a:off x="9786620" y="1710150"/>
            <a:ext cx="2155010" cy="333388"/>
          </a:xfrm>
          <a:prstGeom prst="roundRect">
            <a:avLst/>
          </a:prstGeom>
          <a:solidFill>
            <a:srgbClr val="78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>
                <a:latin typeface="Calibri" panose="020F0502020204030204" pitchFamily="34" charset="0"/>
                <a:cs typeface="Calibri" panose="020F0502020204030204" pitchFamily="34" charset="0"/>
              </a:rPr>
              <a:t>Medellín</a:t>
            </a:r>
          </a:p>
        </p:txBody>
      </p:sp>
      <p:pic>
        <p:nvPicPr>
          <p:cNvPr id="35" name="Gráfico 26" descr="Marca de verificación con relleno sólido">
            <a:extLst>
              <a:ext uri="{FF2B5EF4-FFF2-40B4-BE49-F238E27FC236}">
                <a16:creationId xmlns:a16="http://schemas.microsoft.com/office/drawing/2014/main" id="{3A87DB85-6E14-76E4-634B-6B145C782D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3748" y="2043538"/>
            <a:ext cx="504293" cy="330164"/>
          </a:xfrm>
          <a:prstGeom prst="rect">
            <a:avLst/>
          </a:prstGeom>
        </p:spPr>
      </p:pic>
      <p:pic>
        <p:nvPicPr>
          <p:cNvPr id="36" name="Gráfico 27" descr="Marca de verificación con relleno sólido">
            <a:extLst>
              <a:ext uri="{FF2B5EF4-FFF2-40B4-BE49-F238E27FC236}">
                <a16:creationId xmlns:a16="http://schemas.microsoft.com/office/drawing/2014/main" id="{4B636C20-D1DE-69E9-9498-8DE078E735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1978" y="2049025"/>
            <a:ext cx="504293" cy="330164"/>
          </a:xfrm>
          <a:prstGeom prst="rect">
            <a:avLst/>
          </a:prstGeom>
        </p:spPr>
      </p:pic>
      <p:pic>
        <p:nvPicPr>
          <p:cNvPr id="37" name="Gráfico 28" descr="Marca de verificación con relleno sólido">
            <a:extLst>
              <a:ext uri="{FF2B5EF4-FFF2-40B4-BE49-F238E27FC236}">
                <a16:creationId xmlns:a16="http://schemas.microsoft.com/office/drawing/2014/main" id="{B65267ED-5927-0BE8-2A29-0416F2128B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3748" y="2393240"/>
            <a:ext cx="504293" cy="330164"/>
          </a:xfrm>
          <a:prstGeom prst="rect">
            <a:avLst/>
          </a:prstGeom>
        </p:spPr>
      </p:pic>
      <p:pic>
        <p:nvPicPr>
          <p:cNvPr id="38" name="Gráfico 29" descr="Marca de verificación con relleno sólido">
            <a:extLst>
              <a:ext uri="{FF2B5EF4-FFF2-40B4-BE49-F238E27FC236}">
                <a16:creationId xmlns:a16="http://schemas.microsoft.com/office/drawing/2014/main" id="{BA07DE92-2D45-B76F-3F37-1A31F105EE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1978" y="2398727"/>
            <a:ext cx="504293" cy="330164"/>
          </a:xfrm>
          <a:prstGeom prst="rect">
            <a:avLst/>
          </a:prstGeom>
        </p:spPr>
      </p:pic>
      <p:sp>
        <p:nvSpPr>
          <p:cNvPr id="45" name="CuadroTexto 36">
            <a:extLst>
              <a:ext uri="{FF2B5EF4-FFF2-40B4-BE49-F238E27FC236}">
                <a16:creationId xmlns:a16="http://schemas.microsoft.com/office/drawing/2014/main" id="{54E88119-173F-3EC0-A83A-850B7FA83321}"/>
              </a:ext>
            </a:extLst>
          </p:cNvPr>
          <p:cNvSpPr txBox="1"/>
          <p:nvPr/>
        </p:nvSpPr>
        <p:spPr>
          <a:xfrm>
            <a:off x="7711715" y="2741903"/>
            <a:ext cx="1883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43% CO</a:t>
            </a:r>
            <a:r>
              <a:rPr lang="es-CO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  <a:r>
              <a:rPr lang="es-CO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46" name="CuadroTexto 37">
            <a:extLst>
              <a:ext uri="{FF2B5EF4-FFF2-40B4-BE49-F238E27FC236}">
                <a16:creationId xmlns:a16="http://schemas.microsoft.com/office/drawing/2014/main" id="{BB350EE7-B2A8-D97A-A956-870A339EAC49}"/>
              </a:ext>
            </a:extLst>
          </p:cNvPr>
          <p:cNvSpPr txBox="1"/>
          <p:nvPr/>
        </p:nvSpPr>
        <p:spPr>
          <a:xfrm>
            <a:off x="9973807" y="2741903"/>
            <a:ext cx="1883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45% CO</a:t>
            </a:r>
            <a:r>
              <a:rPr lang="es-CO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  <a:r>
              <a:rPr lang="es-CO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47" name="CuadroTexto 38">
            <a:extLst>
              <a:ext uri="{FF2B5EF4-FFF2-40B4-BE49-F238E27FC236}">
                <a16:creationId xmlns:a16="http://schemas.microsoft.com/office/drawing/2014/main" id="{F750C1AB-66B0-9D8F-E3A2-BC16C1393C33}"/>
              </a:ext>
            </a:extLst>
          </p:cNvPr>
          <p:cNvSpPr txBox="1"/>
          <p:nvPr/>
        </p:nvSpPr>
        <p:spPr>
          <a:xfrm>
            <a:off x="7638903" y="3148576"/>
            <a:ext cx="22586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1.1 M de vehículos</a:t>
            </a:r>
          </a:p>
        </p:txBody>
      </p:sp>
      <p:sp>
        <p:nvSpPr>
          <p:cNvPr id="48" name="CuadroTexto 39">
            <a:extLst>
              <a:ext uri="{FF2B5EF4-FFF2-40B4-BE49-F238E27FC236}">
                <a16:creationId xmlns:a16="http://schemas.microsoft.com/office/drawing/2014/main" id="{EE3433F8-3837-D4E9-58F3-42DCBC6B8AC1}"/>
              </a:ext>
            </a:extLst>
          </p:cNvPr>
          <p:cNvSpPr txBox="1"/>
          <p:nvPr/>
        </p:nvSpPr>
        <p:spPr>
          <a:xfrm>
            <a:off x="9824196" y="3169484"/>
            <a:ext cx="22586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2.4 M de vehículos</a:t>
            </a:r>
          </a:p>
        </p:txBody>
      </p:sp>
      <p:sp>
        <p:nvSpPr>
          <p:cNvPr id="49" name="CuadroTexto 40">
            <a:extLst>
              <a:ext uri="{FF2B5EF4-FFF2-40B4-BE49-F238E27FC236}">
                <a16:creationId xmlns:a16="http://schemas.microsoft.com/office/drawing/2014/main" id="{9188307E-AB8F-86E3-1BF0-39A1F456A24A}"/>
              </a:ext>
            </a:extLst>
          </p:cNvPr>
          <p:cNvSpPr txBox="1"/>
          <p:nvPr/>
        </p:nvSpPr>
        <p:spPr>
          <a:xfrm>
            <a:off x="7638903" y="3548821"/>
            <a:ext cx="1883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2.2 Millones</a:t>
            </a:r>
          </a:p>
        </p:txBody>
      </p:sp>
      <p:sp>
        <p:nvSpPr>
          <p:cNvPr id="50" name="CuadroTexto 41">
            <a:extLst>
              <a:ext uri="{FF2B5EF4-FFF2-40B4-BE49-F238E27FC236}">
                <a16:creationId xmlns:a16="http://schemas.microsoft.com/office/drawing/2014/main" id="{92C122F0-6187-2699-5D95-7F9CEE76BDA9}"/>
              </a:ext>
            </a:extLst>
          </p:cNvPr>
          <p:cNvSpPr txBox="1"/>
          <p:nvPr/>
        </p:nvSpPr>
        <p:spPr>
          <a:xfrm>
            <a:off x="9922228" y="3548821"/>
            <a:ext cx="1883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2.5 Millones</a:t>
            </a:r>
          </a:p>
        </p:txBody>
      </p:sp>
      <p:sp>
        <p:nvSpPr>
          <p:cNvPr id="51" name="CuadroTexto 42">
            <a:extLst>
              <a:ext uri="{FF2B5EF4-FFF2-40B4-BE49-F238E27FC236}">
                <a16:creationId xmlns:a16="http://schemas.microsoft.com/office/drawing/2014/main" id="{04B47032-949D-D8C2-31DF-AB5A33005E39}"/>
              </a:ext>
            </a:extLst>
          </p:cNvPr>
          <p:cNvSpPr txBox="1"/>
          <p:nvPr/>
        </p:nvSpPr>
        <p:spPr>
          <a:xfrm>
            <a:off x="7638903" y="3897325"/>
            <a:ext cx="1883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Similares</a:t>
            </a:r>
          </a:p>
        </p:txBody>
      </p:sp>
      <p:sp>
        <p:nvSpPr>
          <p:cNvPr id="52" name="CuadroTexto 43">
            <a:extLst>
              <a:ext uri="{FF2B5EF4-FFF2-40B4-BE49-F238E27FC236}">
                <a16:creationId xmlns:a16="http://schemas.microsoft.com/office/drawing/2014/main" id="{8F430541-A865-53D7-89C4-55B96D60C647}"/>
              </a:ext>
            </a:extLst>
          </p:cNvPr>
          <p:cNvSpPr txBox="1"/>
          <p:nvPr/>
        </p:nvSpPr>
        <p:spPr>
          <a:xfrm>
            <a:off x="9922228" y="3897325"/>
            <a:ext cx="1883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Similares</a:t>
            </a:r>
          </a:p>
        </p:txBody>
      </p:sp>
      <p:pic>
        <p:nvPicPr>
          <p:cNvPr id="58" name="Graphic 19" descr="Cycling with solid fill">
            <a:extLst>
              <a:ext uri="{FF2B5EF4-FFF2-40B4-BE49-F238E27FC236}">
                <a16:creationId xmlns:a16="http://schemas.microsoft.com/office/drawing/2014/main" id="{7B75624A-B88A-C801-24A7-826C694706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54369" y="4257074"/>
            <a:ext cx="385254" cy="320480"/>
          </a:xfrm>
          <a:prstGeom prst="rect">
            <a:avLst/>
          </a:prstGeom>
        </p:spPr>
      </p:pic>
      <p:pic>
        <p:nvPicPr>
          <p:cNvPr id="60" name="Gráfico 51" descr="Autobús con relleno sólido">
            <a:extLst>
              <a:ext uri="{FF2B5EF4-FFF2-40B4-BE49-F238E27FC236}">
                <a16:creationId xmlns:a16="http://schemas.microsoft.com/office/drawing/2014/main" id="{345E5D75-BF31-A164-8632-C27F5E7609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57708" y="4183650"/>
            <a:ext cx="496729" cy="449757"/>
          </a:xfrm>
          <a:prstGeom prst="rect">
            <a:avLst/>
          </a:prstGeom>
        </p:spPr>
      </p:pic>
      <p:sp>
        <p:nvSpPr>
          <p:cNvPr id="62" name="Rectángulo redondeado 15">
            <a:extLst>
              <a:ext uri="{FF2B5EF4-FFF2-40B4-BE49-F238E27FC236}">
                <a16:creationId xmlns:a16="http://schemas.microsoft.com/office/drawing/2014/main" id="{EE7FA0F9-8691-4FFF-DB2D-DB6EEE806F85}"/>
              </a:ext>
            </a:extLst>
          </p:cNvPr>
          <p:cNvSpPr/>
          <p:nvPr/>
        </p:nvSpPr>
        <p:spPr>
          <a:xfrm>
            <a:off x="3399472" y="4619534"/>
            <a:ext cx="4038684" cy="333388"/>
          </a:xfrm>
          <a:prstGeom prst="roundRect">
            <a:avLst/>
          </a:prstGeom>
          <a:solidFill>
            <a:srgbClr val="7845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latin typeface="Calibri" panose="020F0502020204030204" pitchFamily="34" charset="0"/>
                <a:cs typeface="Calibri" panose="020F0502020204030204" pitchFamily="34" charset="0"/>
              </a:rPr>
              <a:t>Dinámicas de movilidad</a:t>
            </a:r>
          </a:p>
        </p:txBody>
      </p:sp>
      <p:sp>
        <p:nvSpPr>
          <p:cNvPr id="63" name="CuadroTexto 54">
            <a:extLst>
              <a:ext uri="{FF2B5EF4-FFF2-40B4-BE49-F238E27FC236}">
                <a16:creationId xmlns:a16="http://schemas.microsoft.com/office/drawing/2014/main" id="{E92BA3EE-CD8D-F51C-7374-9DD6CEB219FF}"/>
              </a:ext>
            </a:extLst>
          </p:cNvPr>
          <p:cNvSpPr txBox="1"/>
          <p:nvPr/>
        </p:nvSpPr>
        <p:spPr>
          <a:xfrm>
            <a:off x="7627820" y="4679753"/>
            <a:ext cx="1883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Distintas</a:t>
            </a:r>
          </a:p>
        </p:txBody>
      </p:sp>
      <p:sp>
        <p:nvSpPr>
          <p:cNvPr id="64" name="CuadroTexto 55">
            <a:extLst>
              <a:ext uri="{FF2B5EF4-FFF2-40B4-BE49-F238E27FC236}">
                <a16:creationId xmlns:a16="http://schemas.microsoft.com/office/drawing/2014/main" id="{E52B8E06-C014-08F7-437D-69DEBCC90CCD}"/>
              </a:ext>
            </a:extLst>
          </p:cNvPr>
          <p:cNvSpPr txBox="1"/>
          <p:nvPr/>
        </p:nvSpPr>
        <p:spPr>
          <a:xfrm>
            <a:off x="9911145" y="4679753"/>
            <a:ext cx="1883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Distintas</a:t>
            </a:r>
          </a:p>
        </p:txBody>
      </p:sp>
      <p:sp>
        <p:nvSpPr>
          <p:cNvPr id="65" name="CuadroTexto 1">
            <a:extLst>
              <a:ext uri="{FF2B5EF4-FFF2-40B4-BE49-F238E27FC236}">
                <a16:creationId xmlns:a16="http://schemas.microsoft.com/office/drawing/2014/main" id="{1F555E6A-151C-8545-341F-6B71981C2678}"/>
              </a:ext>
            </a:extLst>
          </p:cNvPr>
          <p:cNvSpPr txBox="1"/>
          <p:nvPr/>
        </p:nvSpPr>
        <p:spPr>
          <a:xfrm>
            <a:off x="-1899998" y="965318"/>
            <a:ext cx="3573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solidFill>
                  <a:srgbClr val="55257D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Ciudades</a:t>
            </a:r>
          </a:p>
        </p:txBody>
      </p:sp>
      <p:pic>
        <p:nvPicPr>
          <p:cNvPr id="66" name="Graphic 19" descr="Cycling with solid fill">
            <a:extLst>
              <a:ext uri="{FF2B5EF4-FFF2-40B4-BE49-F238E27FC236}">
                <a16:creationId xmlns:a16="http://schemas.microsoft.com/office/drawing/2014/main" id="{157B5B70-F116-ACE7-85E3-93A004D96E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68182" y="4246251"/>
            <a:ext cx="385254" cy="320480"/>
          </a:xfrm>
          <a:prstGeom prst="rect">
            <a:avLst/>
          </a:prstGeom>
        </p:spPr>
      </p:pic>
      <p:pic>
        <p:nvPicPr>
          <p:cNvPr id="67" name="Gráfico 51" descr="Autobús con relleno sólido">
            <a:extLst>
              <a:ext uri="{FF2B5EF4-FFF2-40B4-BE49-F238E27FC236}">
                <a16:creationId xmlns:a16="http://schemas.microsoft.com/office/drawing/2014/main" id="{54FAC449-FA4C-4C62-E9BB-33DACC2125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27268" y="4172827"/>
            <a:ext cx="496729" cy="44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821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5325DE4-9039-2567-39FF-952F84C10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Google Shape;108;p15">
            <a:extLst>
              <a:ext uri="{FF2B5EF4-FFF2-40B4-BE49-F238E27FC236}">
                <a16:creationId xmlns:a16="http://schemas.microsoft.com/office/drawing/2014/main" id="{188CD68A-4BA2-1ED0-CD9D-40F4CD8E2F07}"/>
              </a:ext>
            </a:extLst>
          </p:cNvPr>
          <p:cNvSpPr txBox="1"/>
          <p:nvPr/>
        </p:nvSpPr>
        <p:spPr>
          <a:xfrm>
            <a:off x="147483" y="2978922"/>
            <a:ext cx="3524701" cy="166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>
              <a:buSzPts val="2300"/>
            </a:pPr>
            <a:endParaRPr lang="es-ES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algn="ctr">
              <a:buSzPts val="2300"/>
            </a:pPr>
            <a:r>
              <a:rPr lang="es-ES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Líder del piloto</a:t>
            </a:r>
          </a:p>
          <a:p>
            <a:pPr algn="ctr">
              <a:buSzPts val="2300"/>
            </a:pPr>
            <a:r>
              <a:rPr lang="es-ES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Movilidad, Género y Emisiones</a:t>
            </a:r>
          </a:p>
          <a:p>
            <a:pPr algn="ctr">
              <a:buSzPts val="2300"/>
            </a:pPr>
            <a:r>
              <a:rPr lang="es-ES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Kathleen Salazar Serna</a:t>
            </a:r>
          </a:p>
          <a:p>
            <a:pPr algn="ctr">
              <a:buSzPts val="2300"/>
            </a:pPr>
            <a:r>
              <a:rPr lang="es-ES" sz="12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  <a:hlinkClick r:id="rId3"/>
              </a:rPr>
              <a:t>kathleen.Salazar@javerianacali.edu.co</a:t>
            </a:r>
            <a:r>
              <a:rPr lang="es-ES" sz="12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</a:p>
          <a:p>
            <a:pPr algn="ctr">
              <a:buSzPts val="2300"/>
            </a:pPr>
            <a:endParaRPr lang="es-ES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Google Shape;109;g3572edefd4d_0_351">
            <a:extLst>
              <a:ext uri="{FF2B5EF4-FFF2-40B4-BE49-F238E27FC236}">
                <a16:creationId xmlns:a16="http://schemas.microsoft.com/office/drawing/2014/main" id="{DC46BF40-78EC-E63E-94D1-3B30CDA4837E}"/>
              </a:ext>
            </a:extLst>
          </p:cNvPr>
          <p:cNvSpPr/>
          <p:nvPr/>
        </p:nvSpPr>
        <p:spPr>
          <a:xfrm>
            <a:off x="1153193" y="1436704"/>
            <a:ext cx="1460430" cy="1796546"/>
          </a:xfrm>
          <a:prstGeom prst="roundRect">
            <a:avLst>
              <a:gd name="adj" fmla="val 16667"/>
            </a:avLst>
          </a:prstGeom>
          <a:blipFill rotWithShape="1">
            <a:blip r:embed="rId4">
              <a:alphaModFix/>
            </a:blip>
            <a:stretch>
              <a:fillRect l="-13448" t="-13448" r="-13448" b="-13448"/>
            </a:stretch>
          </a:blipFill>
          <a:ln w="571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08;p15">
            <a:extLst>
              <a:ext uri="{FF2B5EF4-FFF2-40B4-BE49-F238E27FC236}">
                <a16:creationId xmlns:a16="http://schemas.microsoft.com/office/drawing/2014/main" id="{90F2C8B7-2A4A-DB73-C1C5-FCDE1031221F}"/>
              </a:ext>
            </a:extLst>
          </p:cNvPr>
          <p:cNvSpPr txBox="1"/>
          <p:nvPr/>
        </p:nvSpPr>
        <p:spPr>
          <a:xfrm>
            <a:off x="8080712" y="2978922"/>
            <a:ext cx="3524701" cy="166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endParaRPr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buSzPts val="2300"/>
            </a:pPr>
            <a:r>
              <a:rPr lang="es-ES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Experta en Análisis de Datos</a:t>
            </a:r>
          </a:p>
          <a:p>
            <a:pPr algn="ctr">
              <a:buSzPts val="2300"/>
            </a:pPr>
            <a:endParaRPr lang="es-ES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algn="ctr">
              <a:buSzPts val="2300"/>
            </a:pPr>
            <a:r>
              <a:rPr lang="es-ES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Isabel García Arboleda</a:t>
            </a:r>
          </a:p>
          <a:p>
            <a:pPr algn="ctr">
              <a:buSzPts val="2300"/>
            </a:pPr>
            <a:r>
              <a:rPr lang="es-ES" sz="12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  <a:hlinkClick r:id="rId5"/>
              </a:rPr>
              <a:t>Isabel.garcia@javerianacali.edu.co</a:t>
            </a:r>
            <a:endParaRPr lang="es-ES" sz="1200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algn="ctr">
              <a:buSzPts val="2300"/>
            </a:pPr>
            <a:endParaRPr lang="es-ES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8" name="Google Shape;108;p15">
            <a:extLst>
              <a:ext uri="{FF2B5EF4-FFF2-40B4-BE49-F238E27FC236}">
                <a16:creationId xmlns:a16="http://schemas.microsoft.com/office/drawing/2014/main" id="{2ED5EAC4-CBAB-D1BE-2ACD-C8C9A8FE969D}"/>
              </a:ext>
            </a:extLst>
          </p:cNvPr>
          <p:cNvSpPr txBox="1"/>
          <p:nvPr/>
        </p:nvSpPr>
        <p:spPr>
          <a:xfrm>
            <a:off x="2776637" y="2978922"/>
            <a:ext cx="3524701" cy="166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buSzPts val="2300"/>
            </a:pPr>
            <a:r>
              <a:rPr lang="es-ES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Experta en Género </a:t>
            </a:r>
          </a:p>
          <a:p>
            <a:pPr algn="ctr">
              <a:buSzPts val="2300"/>
            </a:pPr>
            <a:endParaRPr lang="es-ES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algn="ctr">
              <a:buSzPts val="2300"/>
            </a:pPr>
            <a:r>
              <a:rPr lang="es-ES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Sandra Balanta Cobo</a:t>
            </a:r>
          </a:p>
          <a:p>
            <a:pPr algn="ctr">
              <a:buSzPts val="2300"/>
            </a:pPr>
            <a:r>
              <a:rPr lang="es-ES" sz="12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  <a:hlinkClick r:id="rId6"/>
              </a:rPr>
              <a:t>sabajero@gmail.com</a:t>
            </a:r>
            <a:endParaRPr lang="es-ES" sz="1200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algn="ctr">
              <a:buSzPts val="2300"/>
            </a:pPr>
            <a:endParaRPr lang="es-ES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9" name="Google Shape;111;g3572edefd4d_0_351">
            <a:extLst>
              <a:ext uri="{FF2B5EF4-FFF2-40B4-BE49-F238E27FC236}">
                <a16:creationId xmlns:a16="http://schemas.microsoft.com/office/drawing/2014/main" id="{F3FF2953-A039-F172-D9AC-55B04FABD593}"/>
              </a:ext>
            </a:extLst>
          </p:cNvPr>
          <p:cNvSpPr/>
          <p:nvPr/>
        </p:nvSpPr>
        <p:spPr>
          <a:xfrm>
            <a:off x="3632091" y="1438836"/>
            <a:ext cx="1460792" cy="1873079"/>
          </a:xfrm>
          <a:prstGeom prst="roundRect">
            <a:avLst>
              <a:gd name="adj" fmla="val 16667"/>
            </a:avLst>
          </a:prstGeom>
          <a:blipFill rotWithShape="1">
            <a:blip r:embed="rId7">
              <a:alphaModFix/>
            </a:blip>
            <a:stretch>
              <a:fillRect l="-6719" t="-5699" r="-6729" b="-7749"/>
            </a:stretch>
          </a:blipFill>
          <a:ln w="571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12;g3572edefd4d_0_351">
            <a:extLst>
              <a:ext uri="{FF2B5EF4-FFF2-40B4-BE49-F238E27FC236}">
                <a16:creationId xmlns:a16="http://schemas.microsoft.com/office/drawing/2014/main" id="{E60E9B4A-E74E-21B2-EB25-8BAD453785EC}"/>
              </a:ext>
            </a:extLst>
          </p:cNvPr>
          <p:cNvSpPr/>
          <p:nvPr/>
        </p:nvSpPr>
        <p:spPr>
          <a:xfrm>
            <a:off x="8857959" y="1438836"/>
            <a:ext cx="1450408" cy="1873079"/>
          </a:xfrm>
          <a:prstGeom prst="roundRect">
            <a:avLst>
              <a:gd name="adj" fmla="val 16667"/>
            </a:avLst>
          </a:prstGeom>
          <a:blipFill rotWithShape="1">
            <a:blip r:embed="rId8">
              <a:alphaModFix/>
            </a:blip>
            <a:stretch>
              <a:fillRect l="-6719" t="-5699" r="-6729" b="-7749"/>
            </a:stretch>
          </a:blipFill>
          <a:ln w="5715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08;p15">
            <a:extLst>
              <a:ext uri="{FF2B5EF4-FFF2-40B4-BE49-F238E27FC236}">
                <a16:creationId xmlns:a16="http://schemas.microsoft.com/office/drawing/2014/main" id="{AD31D29E-2D68-56FE-00B0-BDD688CB50A7}"/>
              </a:ext>
            </a:extLst>
          </p:cNvPr>
          <p:cNvSpPr txBox="1"/>
          <p:nvPr/>
        </p:nvSpPr>
        <p:spPr>
          <a:xfrm>
            <a:off x="5318631" y="2989993"/>
            <a:ext cx="3524701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buSzPts val="2300"/>
            </a:pPr>
            <a:r>
              <a:rPr lang="es-ES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Experta en Transporte</a:t>
            </a:r>
          </a:p>
          <a:p>
            <a:pPr algn="ctr">
              <a:buSzPts val="2300"/>
            </a:pPr>
            <a:endParaRPr lang="es-ES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algn="ctr">
              <a:buSzPts val="2300"/>
            </a:pPr>
            <a:r>
              <a:rPr lang="es-ES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Laura Agudelo Vélez</a:t>
            </a:r>
          </a:p>
          <a:p>
            <a:pPr algn="ctr">
              <a:buSzPts val="2300"/>
            </a:pPr>
            <a:r>
              <a:rPr lang="es-ES" sz="1200" u="sng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  <a:hlinkClick r:id="rId9"/>
              </a:rPr>
              <a:t>liagudel@unal.edu.co</a:t>
            </a:r>
            <a:endParaRPr lang="es-ES" sz="1200" u="sng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algn="ctr">
              <a:buSzPts val="2300"/>
            </a:pPr>
            <a:endParaRPr lang="es-ES" u="sng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algn="ctr">
              <a:buSzPts val="2300"/>
            </a:pPr>
            <a:endParaRPr lang="es-ES" sz="1200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algn="ctr">
              <a:buSzPts val="2300"/>
            </a:pPr>
            <a:endParaRPr lang="es-ES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" name="CuadroTexto 6">
            <a:extLst>
              <a:ext uri="{FF2B5EF4-FFF2-40B4-BE49-F238E27FC236}">
                <a16:creationId xmlns:a16="http://schemas.microsoft.com/office/drawing/2014/main" id="{F58249F4-4F61-3CC4-54A6-50D2D5B30CFC}"/>
              </a:ext>
            </a:extLst>
          </p:cNvPr>
          <p:cNvSpPr txBox="1"/>
          <p:nvPr/>
        </p:nvSpPr>
        <p:spPr>
          <a:xfrm>
            <a:off x="1655957" y="4964040"/>
            <a:ext cx="6063135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s-CO" b="1" dirty="0">
                <a:solidFill>
                  <a:srgbClr val="55257D"/>
                </a:solidFill>
              </a:rPr>
              <a:t>Escanea este QR para encontrar nuestros perfiles de  LinkedIn:</a:t>
            </a:r>
          </a:p>
        </p:txBody>
      </p:sp>
      <p:pic>
        <p:nvPicPr>
          <p:cNvPr id="11" name="Picture 10" descr="A qr code with a star in the middle&#10;&#10;AI-generated content may be incorrect.">
            <a:extLst>
              <a:ext uri="{FF2B5EF4-FFF2-40B4-BE49-F238E27FC236}">
                <a16:creationId xmlns:a16="http://schemas.microsoft.com/office/drawing/2014/main" id="{34314F8F-825D-41DD-ECD5-6D90EABF9D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0006" y="4408860"/>
            <a:ext cx="1420699" cy="1420699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6ACE2615-B274-017D-BC23-82341FF89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7702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9E3CB7E-83B4-012C-BAEA-2BA9EEE07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2063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Google Shape;111;g3572edefd4d_0_351">
            <a:extLst>
              <a:ext uri="{FF2B5EF4-FFF2-40B4-BE49-F238E27FC236}">
                <a16:creationId xmlns:a16="http://schemas.microsoft.com/office/drawing/2014/main" id="{A7DD3823-1686-F229-8F59-A811C6CBC3AE}"/>
              </a:ext>
            </a:extLst>
          </p:cNvPr>
          <p:cNvSpPr/>
          <p:nvPr/>
        </p:nvSpPr>
        <p:spPr>
          <a:xfrm>
            <a:off x="6368235" y="1432662"/>
            <a:ext cx="1420699" cy="1873079"/>
          </a:xfrm>
          <a:prstGeom prst="roundRect">
            <a:avLst>
              <a:gd name="adj" fmla="val 16667"/>
            </a:avLst>
          </a:prstGeom>
          <a:blipFill>
            <a:blip r:embed="rId12"/>
            <a:stretch>
              <a:fillRect/>
            </a:stretch>
          </a:blipFill>
          <a:ln w="571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400AD8A-8D1D-4A31-8460-8C1C59A238E9}"/>
              </a:ext>
            </a:extLst>
          </p:cNvPr>
          <p:cNvSpPr txBox="1"/>
          <p:nvPr/>
        </p:nvSpPr>
        <p:spPr>
          <a:xfrm>
            <a:off x="4270672" y="915617"/>
            <a:ext cx="3495701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s-CO" sz="2800" b="1" dirty="0">
                <a:solidFill>
                  <a:srgbClr val="55257D"/>
                </a:solidFill>
              </a:rPr>
              <a:t>Equipo Base del Piloto</a:t>
            </a:r>
          </a:p>
        </p:txBody>
      </p:sp>
    </p:spTree>
    <p:extLst>
      <p:ext uri="{BB962C8B-B14F-4D97-AF65-F5344CB8AC3E}">
        <p14:creationId xmlns:p14="http://schemas.microsoft.com/office/powerpoint/2010/main" val="37335647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EE8DC-C7BF-10C9-DE9D-FA5D2E3FF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737C7EC-E377-89CD-5435-2C2DE123B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Google Shape;133;p16">
            <a:extLst>
              <a:ext uri="{FF2B5EF4-FFF2-40B4-BE49-F238E27FC236}">
                <a16:creationId xmlns:a16="http://schemas.microsoft.com/office/drawing/2014/main" id="{64274D50-17B3-16B0-24D6-8072D36357E1}"/>
              </a:ext>
            </a:extLst>
          </p:cNvPr>
          <p:cNvSpPr txBox="1"/>
          <p:nvPr/>
        </p:nvSpPr>
        <p:spPr>
          <a:xfrm>
            <a:off x="180800" y="1069506"/>
            <a:ext cx="1183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4800" b="1">
                <a:solidFill>
                  <a:srgbClr val="78458B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s-419" sz="2800" dirty="0">
                <a:solidFill>
                  <a:srgbClr val="55257D"/>
                </a:solidFill>
                <a:sym typeface="Calibri"/>
              </a:rPr>
              <a:t>Entrevistas semiestructuradas</a:t>
            </a:r>
            <a:endParaRPr sz="2800" dirty="0">
              <a:solidFill>
                <a:srgbClr val="55257D"/>
              </a:solidFill>
            </a:endParaRPr>
          </a:p>
        </p:txBody>
      </p:sp>
      <p:grpSp>
        <p:nvGrpSpPr>
          <p:cNvPr id="4" name="Grupo 2">
            <a:extLst>
              <a:ext uri="{FF2B5EF4-FFF2-40B4-BE49-F238E27FC236}">
                <a16:creationId xmlns:a16="http://schemas.microsoft.com/office/drawing/2014/main" id="{FF422ACF-E060-3AB3-003F-0FC27E6CDF14}"/>
              </a:ext>
            </a:extLst>
          </p:cNvPr>
          <p:cNvGrpSpPr/>
          <p:nvPr/>
        </p:nvGrpSpPr>
        <p:grpSpPr>
          <a:xfrm>
            <a:off x="871292" y="1817784"/>
            <a:ext cx="10449415" cy="3261077"/>
            <a:chOff x="755374" y="1908313"/>
            <a:chExt cx="10449415" cy="3261077"/>
          </a:xfrm>
        </p:grpSpPr>
        <p:sp>
          <p:nvSpPr>
            <p:cNvPr id="5" name="Google Shape;135;p16">
              <a:extLst>
                <a:ext uri="{FF2B5EF4-FFF2-40B4-BE49-F238E27FC236}">
                  <a16:creationId xmlns:a16="http://schemas.microsoft.com/office/drawing/2014/main" id="{140D64EB-5B92-2879-F588-1AA4D15570CB}"/>
                </a:ext>
              </a:extLst>
            </p:cNvPr>
            <p:cNvSpPr txBox="1"/>
            <p:nvPr/>
          </p:nvSpPr>
          <p:spPr>
            <a:xfrm>
              <a:off x="7638385" y="2098267"/>
              <a:ext cx="1634407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>
                <a:buSzPts val="1800"/>
              </a:pPr>
              <a:r>
                <a:rPr lang="es-419" sz="2400" b="1" dirty="0">
                  <a:latin typeface="Calibri"/>
                  <a:ea typeface="Calibri"/>
                  <a:cs typeface="Calibri"/>
                  <a:sym typeface="Calibri"/>
                </a:rPr>
                <a:t>Propósito</a:t>
              </a:r>
              <a:endParaRPr sz="24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36;p16">
              <a:extLst>
                <a:ext uri="{FF2B5EF4-FFF2-40B4-BE49-F238E27FC236}">
                  <a16:creationId xmlns:a16="http://schemas.microsoft.com/office/drawing/2014/main" id="{36477D21-932D-0E35-C9FC-13FEFAF7288B}"/>
                </a:ext>
              </a:extLst>
            </p:cNvPr>
            <p:cNvSpPr txBox="1"/>
            <p:nvPr/>
          </p:nvSpPr>
          <p:spPr>
            <a:xfrm>
              <a:off x="5706389" y="2670983"/>
              <a:ext cx="5498400" cy="16970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algn="just">
                <a:lnSpc>
                  <a:spcPct val="115000"/>
                </a:lnSpc>
                <a:buClr>
                  <a:schemeClr val="dk1"/>
                </a:buClr>
                <a:buSzPts val="800"/>
              </a:pPr>
              <a:r>
                <a:rPr lang="es-419" sz="2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Comprender el contexto, conocer opiniones de expertos, e identificar y documentar acciones relacionadas con el piloto por parte de entidades territoriales.  </a:t>
              </a:r>
              <a:endParaRPr sz="2200" dirty="0"/>
            </a:p>
          </p:txBody>
        </p:sp>
        <p:pic>
          <p:nvPicPr>
            <p:cNvPr id="7" name="Imagen 4">
              <a:extLst>
                <a:ext uri="{FF2B5EF4-FFF2-40B4-BE49-F238E27FC236}">
                  <a16:creationId xmlns:a16="http://schemas.microsoft.com/office/drawing/2014/main" id="{13EC80A9-EC5A-5DE1-D70B-6CB3EE80AA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781" t="21582" r="4052" b="11841"/>
            <a:stretch/>
          </p:blipFill>
          <p:spPr>
            <a:xfrm>
              <a:off x="755374" y="1908313"/>
              <a:ext cx="4627729" cy="3261077"/>
            </a:xfrm>
            <a:prstGeom prst="roundRect">
              <a:avLst>
                <a:gd name="adj" fmla="val 16667"/>
              </a:avLst>
            </a:prstGeom>
            <a:ln w="76200">
              <a:solidFill>
                <a:srgbClr val="DFD128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8" name="Google Shape;136;p16">
            <a:extLst>
              <a:ext uri="{FF2B5EF4-FFF2-40B4-BE49-F238E27FC236}">
                <a16:creationId xmlns:a16="http://schemas.microsoft.com/office/drawing/2014/main" id="{EEC6DA36-5DA3-4591-A88C-E5AA8FF574AA}"/>
              </a:ext>
            </a:extLst>
          </p:cNvPr>
          <p:cNvSpPr txBox="1"/>
          <p:nvPr/>
        </p:nvSpPr>
        <p:spPr>
          <a:xfrm>
            <a:off x="487839" y="5197869"/>
            <a:ext cx="5498400" cy="375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800"/>
            </a:pPr>
            <a:r>
              <a:rPr lang="es-419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Entrevista Metro de Medellín – Mayo 2025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6398971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C265D-8258-9606-5BCA-1C9A28AC5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5C5A216-D575-E34B-6917-4785AF7B54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Google Shape;603;g3572edefd4d_0_1421">
            <a:extLst>
              <a:ext uri="{FF2B5EF4-FFF2-40B4-BE49-F238E27FC236}">
                <a16:creationId xmlns:a16="http://schemas.microsoft.com/office/drawing/2014/main" id="{6F8A57CC-8947-2FED-73EB-C559473DA3A9}"/>
              </a:ext>
            </a:extLst>
          </p:cNvPr>
          <p:cNvSpPr txBox="1"/>
          <p:nvPr/>
        </p:nvSpPr>
        <p:spPr>
          <a:xfrm>
            <a:off x="180900" y="1066128"/>
            <a:ext cx="1183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4800" b="1">
                <a:solidFill>
                  <a:srgbClr val="78458B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2800" dirty="0" err="1">
                <a:solidFill>
                  <a:srgbClr val="55257D"/>
                </a:solidFill>
                <a:sym typeface="Calibri"/>
              </a:rPr>
              <a:t>Encuesta</a:t>
            </a:r>
            <a:r>
              <a:rPr lang="en-US" sz="2800" dirty="0">
                <a:solidFill>
                  <a:srgbClr val="55257D"/>
                </a:solidFill>
                <a:sym typeface="Calibri"/>
              </a:rPr>
              <a:t> de Movilidad</a:t>
            </a:r>
            <a:endParaRPr sz="2800" dirty="0">
              <a:solidFill>
                <a:srgbClr val="55257D"/>
              </a:solidFill>
            </a:endParaRPr>
          </a:p>
        </p:txBody>
      </p:sp>
      <p:grpSp>
        <p:nvGrpSpPr>
          <p:cNvPr id="4" name="Grupo 1">
            <a:extLst>
              <a:ext uri="{FF2B5EF4-FFF2-40B4-BE49-F238E27FC236}">
                <a16:creationId xmlns:a16="http://schemas.microsoft.com/office/drawing/2014/main" id="{6856A540-FA72-15E7-FB3F-17697598A95D}"/>
              </a:ext>
            </a:extLst>
          </p:cNvPr>
          <p:cNvGrpSpPr/>
          <p:nvPr/>
        </p:nvGrpSpPr>
        <p:grpSpPr>
          <a:xfrm>
            <a:off x="725965" y="1759198"/>
            <a:ext cx="10740070" cy="3850940"/>
            <a:chOff x="837164" y="2147524"/>
            <a:chExt cx="10740070" cy="3850940"/>
          </a:xfrm>
        </p:grpSpPr>
        <p:sp>
          <p:nvSpPr>
            <p:cNvPr id="5" name="Google Shape;84;p14">
              <a:extLst>
                <a:ext uri="{FF2B5EF4-FFF2-40B4-BE49-F238E27FC236}">
                  <a16:creationId xmlns:a16="http://schemas.microsoft.com/office/drawing/2014/main" id="{F890F1DD-BE1F-2EBD-5A16-3DD430B6B369}"/>
                </a:ext>
              </a:extLst>
            </p:cNvPr>
            <p:cNvSpPr/>
            <p:nvPr/>
          </p:nvSpPr>
          <p:spPr>
            <a:xfrm>
              <a:off x="837164" y="2147524"/>
              <a:ext cx="10740070" cy="3850940"/>
            </a:xfrm>
            <a:prstGeom prst="roundRect">
              <a:avLst>
                <a:gd name="adj" fmla="val 16667"/>
              </a:avLst>
            </a:prstGeom>
            <a:solidFill>
              <a:srgbClr val="A582B1"/>
            </a:solidFill>
            <a:ln w="1905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>
                <a:lnSpc>
                  <a:spcPct val="115000"/>
                </a:lnSpc>
              </a:pPr>
              <a:endParaRPr sz="2133" dirty="0">
                <a:solidFill>
                  <a:srgbClr val="7030A0"/>
                </a:solidFill>
              </a:endParaRPr>
            </a:p>
          </p:txBody>
        </p:sp>
        <p:sp>
          <p:nvSpPr>
            <p:cNvPr id="6" name="Google Shape;605;g3572edefd4d_0_1421">
              <a:extLst>
                <a:ext uri="{FF2B5EF4-FFF2-40B4-BE49-F238E27FC236}">
                  <a16:creationId xmlns:a16="http://schemas.microsoft.com/office/drawing/2014/main" id="{B648064F-0933-2238-BB38-4B921B599F38}"/>
                </a:ext>
              </a:extLst>
            </p:cNvPr>
            <p:cNvSpPr/>
            <p:nvPr/>
          </p:nvSpPr>
          <p:spPr>
            <a:xfrm>
              <a:off x="5993854" y="2909372"/>
              <a:ext cx="2760000" cy="596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78458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 err="1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Caracterización</a:t>
              </a:r>
              <a:r>
                <a:rPr lang="en-US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 de </a:t>
              </a:r>
              <a:r>
                <a:rPr lang="en-US" dirty="0" err="1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los</a:t>
              </a:r>
              <a:r>
                <a:rPr lang="en-US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usuarios</a:t>
              </a:r>
              <a:endParaRPr sz="2000" dirty="0">
                <a:solidFill>
                  <a:schemeClr val="tx1"/>
                </a:solidFill>
              </a:endParaRPr>
            </a:p>
          </p:txBody>
        </p:sp>
        <p:sp>
          <p:nvSpPr>
            <p:cNvPr id="7" name="Google Shape;606;g3572edefd4d_0_1421">
              <a:extLst>
                <a:ext uri="{FF2B5EF4-FFF2-40B4-BE49-F238E27FC236}">
                  <a16:creationId xmlns:a16="http://schemas.microsoft.com/office/drawing/2014/main" id="{1C184F84-A8AB-2352-9010-55E478CD97FC}"/>
                </a:ext>
              </a:extLst>
            </p:cNvPr>
            <p:cNvSpPr/>
            <p:nvPr/>
          </p:nvSpPr>
          <p:spPr>
            <a:xfrm>
              <a:off x="5984095" y="3654891"/>
              <a:ext cx="2760000" cy="596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78458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 err="1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Identificación</a:t>
              </a:r>
              <a:r>
                <a:rPr lang="en-US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 de </a:t>
              </a:r>
              <a:r>
                <a:rPr lang="en-US" dirty="0" err="1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patrones</a:t>
              </a:r>
              <a:endParaRPr sz="2000" dirty="0">
                <a:solidFill>
                  <a:schemeClr val="tx1"/>
                </a:solidFill>
              </a:endParaRPr>
            </a:p>
          </p:txBody>
        </p:sp>
        <p:sp>
          <p:nvSpPr>
            <p:cNvPr id="8" name="Google Shape;607;g3572edefd4d_0_1421">
              <a:extLst>
                <a:ext uri="{FF2B5EF4-FFF2-40B4-BE49-F238E27FC236}">
                  <a16:creationId xmlns:a16="http://schemas.microsoft.com/office/drawing/2014/main" id="{4220D3F9-71CE-5990-C006-CB568E4DE08F}"/>
                </a:ext>
              </a:extLst>
            </p:cNvPr>
            <p:cNvSpPr/>
            <p:nvPr/>
          </p:nvSpPr>
          <p:spPr>
            <a:xfrm>
              <a:off x="5984095" y="4400316"/>
              <a:ext cx="2760000" cy="596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78458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 err="1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Percepciones</a:t>
              </a:r>
              <a:r>
                <a:rPr lang="en-US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 y </a:t>
              </a:r>
              <a:r>
                <a:rPr lang="en-US" dirty="0" err="1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preferencias</a:t>
              </a:r>
              <a:endParaRPr sz="2000" dirty="0">
                <a:solidFill>
                  <a:schemeClr val="tx1"/>
                </a:solidFill>
              </a:endParaRPr>
            </a:p>
          </p:txBody>
        </p:sp>
        <p:sp>
          <p:nvSpPr>
            <p:cNvPr id="9" name="Google Shape;608;g3572edefd4d_0_1421">
              <a:extLst>
                <a:ext uri="{FF2B5EF4-FFF2-40B4-BE49-F238E27FC236}">
                  <a16:creationId xmlns:a16="http://schemas.microsoft.com/office/drawing/2014/main" id="{58529143-F975-02DD-E51C-20C4A7485DCD}"/>
                </a:ext>
              </a:extLst>
            </p:cNvPr>
            <p:cNvSpPr txBox="1"/>
            <p:nvPr/>
          </p:nvSpPr>
          <p:spPr>
            <a:xfrm>
              <a:off x="8500862" y="3026493"/>
              <a:ext cx="1656000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US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¿</a:t>
              </a:r>
              <a:r>
                <a:rPr lang="en-US" b="1" dirty="0" err="1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Quién</a:t>
              </a:r>
              <a:r>
                <a:rPr lang="en-US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 b="1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609;g3572edefd4d_0_1421">
              <a:extLst>
                <a:ext uri="{FF2B5EF4-FFF2-40B4-BE49-F238E27FC236}">
                  <a16:creationId xmlns:a16="http://schemas.microsoft.com/office/drawing/2014/main" id="{F7108810-32F8-1BD8-A448-F151E518E701}"/>
                </a:ext>
              </a:extLst>
            </p:cNvPr>
            <p:cNvSpPr txBox="1"/>
            <p:nvPr/>
          </p:nvSpPr>
          <p:spPr>
            <a:xfrm>
              <a:off x="8648518" y="3754015"/>
              <a:ext cx="2706318" cy="64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US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¿En </a:t>
              </a:r>
              <a:r>
                <a:rPr lang="en-US" b="1" dirty="0" err="1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qué</a:t>
              </a:r>
              <a:r>
                <a:rPr lang="en-US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? ¿</a:t>
              </a:r>
              <a:r>
                <a:rPr lang="en-US" b="1" dirty="0" err="1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Cómo</a:t>
              </a:r>
              <a:r>
                <a:rPr lang="en-US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? ¿Para </a:t>
              </a:r>
              <a:r>
                <a:rPr lang="en-US" b="1" dirty="0" err="1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qué</a:t>
              </a:r>
              <a:r>
                <a:rPr lang="en-US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 b="1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610;g3572edefd4d_0_1421">
              <a:extLst>
                <a:ext uri="{FF2B5EF4-FFF2-40B4-BE49-F238E27FC236}">
                  <a16:creationId xmlns:a16="http://schemas.microsoft.com/office/drawing/2014/main" id="{182E4663-6B54-C5BB-1C48-CD618AA41145}"/>
                </a:ext>
              </a:extLst>
            </p:cNvPr>
            <p:cNvSpPr txBox="1"/>
            <p:nvPr/>
          </p:nvSpPr>
          <p:spPr>
            <a:xfrm>
              <a:off x="8546920" y="4523989"/>
              <a:ext cx="1656000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US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¿Por </a:t>
              </a:r>
              <a:r>
                <a:rPr lang="en-US" b="1" dirty="0" err="1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qué</a:t>
              </a:r>
              <a:r>
                <a:rPr lang="en-US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 b="1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" name="Google Shape;617;g3572edefd4d_0_1421">
              <a:extLst>
                <a:ext uri="{FF2B5EF4-FFF2-40B4-BE49-F238E27FC236}">
                  <a16:creationId xmlns:a16="http://schemas.microsoft.com/office/drawing/2014/main" id="{73EFA49D-DD1C-C538-5DED-A20851E75341}"/>
                </a:ext>
              </a:extLst>
            </p:cNvPr>
            <p:cNvGrpSpPr/>
            <p:nvPr/>
          </p:nvGrpSpPr>
          <p:grpSpPr>
            <a:xfrm>
              <a:off x="1503650" y="2894474"/>
              <a:ext cx="3885476" cy="630585"/>
              <a:chOff x="186393" y="3072333"/>
              <a:chExt cx="4218300" cy="684600"/>
            </a:xfrm>
          </p:grpSpPr>
          <p:pic>
            <p:nvPicPr>
              <p:cNvPr id="33" name="Google Shape;618;g3572edefd4d_0_1421" descr="Niña con globo con relleno sólido">
                <a:extLst>
                  <a:ext uri="{FF2B5EF4-FFF2-40B4-BE49-F238E27FC236}">
                    <a16:creationId xmlns:a16="http://schemas.microsoft.com/office/drawing/2014/main" id="{94F6CF0B-2859-A659-9E65-9EEEB499E778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86393" y="3095998"/>
                <a:ext cx="596815" cy="596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" name="Google Shape;619;g3572edefd4d_0_1421" descr="Hombre con coche de niño con relleno sólido">
                <a:extLst>
                  <a:ext uri="{FF2B5EF4-FFF2-40B4-BE49-F238E27FC236}">
                    <a16:creationId xmlns:a16="http://schemas.microsoft.com/office/drawing/2014/main" id="{14BFB526-6641-834E-6D17-5D4519AC79D1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600372" y="3095999"/>
                <a:ext cx="596815" cy="596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" name="Google Shape;620;g3572edefd4d_0_1421" descr="Hombre con niño con relleno sólido">
                <a:extLst>
                  <a:ext uri="{FF2B5EF4-FFF2-40B4-BE49-F238E27FC236}">
                    <a16:creationId xmlns:a16="http://schemas.microsoft.com/office/drawing/2014/main" id="{52714594-61D5-C9BE-3FDE-0A511042749A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095030" y="3118552"/>
                <a:ext cx="596815" cy="596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" name="Google Shape;621;g3572edefd4d_0_1421" descr="Mujer con bebé con relleno sólido">
                <a:extLst>
                  <a:ext uri="{FF2B5EF4-FFF2-40B4-BE49-F238E27FC236}">
                    <a16:creationId xmlns:a16="http://schemas.microsoft.com/office/drawing/2014/main" id="{91882BDA-8E6B-0484-279C-BD89993BA2B9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1478369" y="3128082"/>
                <a:ext cx="596815" cy="596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" name="Google Shape;622;g3572edefd4d_0_1421" descr="Hombre con relleno sólido">
                <a:extLst>
                  <a:ext uri="{FF2B5EF4-FFF2-40B4-BE49-F238E27FC236}">
                    <a16:creationId xmlns:a16="http://schemas.microsoft.com/office/drawing/2014/main" id="{4AA088FF-CC29-EB34-2437-57BB64BD1F88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1812507" y="3131374"/>
                <a:ext cx="596815" cy="596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" name="Google Shape;623;g3572edefd4d_0_1421" descr="Hombre con bastón con relleno sólido">
                <a:extLst>
                  <a:ext uri="{FF2B5EF4-FFF2-40B4-BE49-F238E27FC236}">
                    <a16:creationId xmlns:a16="http://schemas.microsoft.com/office/drawing/2014/main" id="{D54B6D07-2031-F86A-88D8-18284B814286}"/>
                  </a:ext>
                </a:extLst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203224" y="3102324"/>
                <a:ext cx="596815" cy="596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" name="Google Shape;624;g3572edefd4d_0_1421" descr="Persona en silla de ruedas con relleno sólido">
                <a:extLst>
                  <a:ext uri="{FF2B5EF4-FFF2-40B4-BE49-F238E27FC236}">
                    <a16:creationId xmlns:a16="http://schemas.microsoft.com/office/drawing/2014/main" id="{296C8C56-2A53-145B-C97A-20F08D41CD05}"/>
                  </a:ext>
                </a:extLst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2680524" y="3118552"/>
                <a:ext cx="596815" cy="596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" name="Google Shape;625;g3572edefd4d_0_1421" descr="Mujer embarazada con relleno sólido">
                <a:extLst>
                  <a:ext uri="{FF2B5EF4-FFF2-40B4-BE49-F238E27FC236}">
                    <a16:creationId xmlns:a16="http://schemas.microsoft.com/office/drawing/2014/main" id="{86F6AFAC-E990-D307-FBA6-C426E64C2453}"/>
                  </a:ext>
                </a:extLst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3056119" y="3124571"/>
                <a:ext cx="596815" cy="596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" name="Google Shape;626;g3572edefd4d_0_1421" descr="Mujer con relleno sólido">
                <a:extLst>
                  <a:ext uri="{FF2B5EF4-FFF2-40B4-BE49-F238E27FC236}">
                    <a16:creationId xmlns:a16="http://schemas.microsoft.com/office/drawing/2014/main" id="{CC2FCE8B-4C9A-26CD-C754-469A8D219C63}"/>
                  </a:ext>
                </a:extLst>
              </p:cNvPr>
              <p:cNvPicPr preferRelativeResize="0"/>
              <p:nvPr/>
            </p:nvPicPr>
            <p:blipFill rotWithShape="1">
              <a:blip r:embed="rId11">
                <a:alphaModFix/>
              </a:blip>
              <a:srcRect/>
              <a:stretch/>
            </p:blipFill>
            <p:spPr>
              <a:xfrm>
                <a:off x="3384215" y="3124571"/>
                <a:ext cx="596815" cy="5968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" name="Google Shape;627;g3572edefd4d_0_1421" descr="Mujer con bastón con relleno sólido">
                <a:extLst>
                  <a:ext uri="{FF2B5EF4-FFF2-40B4-BE49-F238E27FC236}">
                    <a16:creationId xmlns:a16="http://schemas.microsoft.com/office/drawing/2014/main" id="{264B9152-E34A-A9EC-A2B7-8EEF4CACB6B6}"/>
                  </a:ext>
                </a:extLst>
              </p:cNvPr>
              <p:cNvPicPr preferRelativeResize="0"/>
              <p:nvPr/>
            </p:nvPicPr>
            <p:blipFill rotWithShape="1">
              <a:blip r:embed="rId12">
                <a:alphaModFix/>
              </a:blip>
              <a:srcRect/>
              <a:stretch/>
            </p:blipFill>
            <p:spPr>
              <a:xfrm>
                <a:off x="3789499" y="3107706"/>
                <a:ext cx="596815" cy="59681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" name="Google Shape;628;g3572edefd4d_0_1421">
                <a:extLst>
                  <a:ext uri="{FF2B5EF4-FFF2-40B4-BE49-F238E27FC236}">
                    <a16:creationId xmlns:a16="http://schemas.microsoft.com/office/drawing/2014/main" id="{850447E5-8947-CBE3-00BD-B119F94813B4}"/>
                  </a:ext>
                </a:extLst>
              </p:cNvPr>
              <p:cNvSpPr/>
              <p:nvPr/>
            </p:nvSpPr>
            <p:spPr>
              <a:xfrm>
                <a:off x="186393" y="3072333"/>
                <a:ext cx="4218300" cy="684600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lt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" name="Google Shape;629;g3572edefd4d_0_1421">
              <a:extLst>
                <a:ext uri="{FF2B5EF4-FFF2-40B4-BE49-F238E27FC236}">
                  <a16:creationId xmlns:a16="http://schemas.microsoft.com/office/drawing/2014/main" id="{DBFF570E-4ABA-580B-EBAF-4A3768A6CB5C}"/>
                </a:ext>
              </a:extLst>
            </p:cNvPr>
            <p:cNvSpPr/>
            <p:nvPr/>
          </p:nvSpPr>
          <p:spPr>
            <a:xfrm rot="10800000">
              <a:off x="5514120" y="3058930"/>
              <a:ext cx="332400" cy="3387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1"/>
            </a:solidFill>
            <a:ln w="19050" cap="flat" cmpd="sng">
              <a:solidFill>
                <a:srgbClr val="78458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630;g3572edefd4d_0_1421">
              <a:extLst>
                <a:ext uri="{FF2B5EF4-FFF2-40B4-BE49-F238E27FC236}">
                  <a16:creationId xmlns:a16="http://schemas.microsoft.com/office/drawing/2014/main" id="{F3CB511B-0AD5-864C-3461-C9692D17EB1D}"/>
                </a:ext>
              </a:extLst>
            </p:cNvPr>
            <p:cNvSpPr/>
            <p:nvPr/>
          </p:nvSpPr>
          <p:spPr>
            <a:xfrm rot="10800000">
              <a:off x="5514121" y="3804449"/>
              <a:ext cx="332400" cy="3387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1"/>
            </a:solidFill>
            <a:ln w="19050" cap="flat" cmpd="sng">
              <a:solidFill>
                <a:srgbClr val="78458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631;g3572edefd4d_0_1421">
              <a:extLst>
                <a:ext uri="{FF2B5EF4-FFF2-40B4-BE49-F238E27FC236}">
                  <a16:creationId xmlns:a16="http://schemas.microsoft.com/office/drawing/2014/main" id="{99D52B99-20C4-A7DA-8FF2-2EC1252E0BCC}"/>
                </a:ext>
              </a:extLst>
            </p:cNvPr>
            <p:cNvSpPr/>
            <p:nvPr/>
          </p:nvSpPr>
          <p:spPr>
            <a:xfrm rot="10800000">
              <a:off x="5514120" y="4544417"/>
              <a:ext cx="332400" cy="3387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1"/>
            </a:solidFill>
            <a:ln w="19050" cap="flat" cmpd="sng">
              <a:solidFill>
                <a:srgbClr val="78458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" name="Google Shape;632;g3572edefd4d_0_1421" descr="Reloj con relleno sólido">
              <a:extLst>
                <a:ext uri="{FF2B5EF4-FFF2-40B4-BE49-F238E27FC236}">
                  <a16:creationId xmlns:a16="http://schemas.microsoft.com/office/drawing/2014/main" id="{BBA10C8D-8719-BBF5-68D3-EF730241AB41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  <a:lum bright="70000" contrast="-70000"/>
            </a:blip>
            <a:srcRect/>
            <a:stretch/>
          </p:blipFill>
          <p:spPr>
            <a:xfrm>
              <a:off x="1503657" y="3727587"/>
              <a:ext cx="492569" cy="492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633;g3572edefd4d_0_1421" descr="Lancha motora con relleno sólido">
              <a:extLst>
                <a:ext uri="{FF2B5EF4-FFF2-40B4-BE49-F238E27FC236}">
                  <a16:creationId xmlns:a16="http://schemas.microsoft.com/office/drawing/2014/main" id="{7603DBA5-0A7C-CC5D-2C03-E2D4CBD86C83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2256763" y="3727586"/>
              <a:ext cx="492569" cy="492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634;g3572edefd4d_0_1421" descr="Taxi con relleno sólido">
              <a:extLst>
                <a:ext uri="{FF2B5EF4-FFF2-40B4-BE49-F238E27FC236}">
                  <a16:creationId xmlns:a16="http://schemas.microsoft.com/office/drawing/2014/main" id="{3A73906F-E7CF-6B50-22B2-4A2D123199F0}"/>
                </a:ext>
              </a:extLst>
            </p:cNvPr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2777814" y="3707013"/>
              <a:ext cx="492569" cy="492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635;g3572edefd4d_0_1421" descr="Triciclo con relleno sólido">
              <a:extLst>
                <a:ext uri="{FF2B5EF4-FFF2-40B4-BE49-F238E27FC236}">
                  <a16:creationId xmlns:a16="http://schemas.microsoft.com/office/drawing/2014/main" id="{FE1887A7-F0FA-91AB-C5C3-6B2DF7F6C17B}"/>
                </a:ext>
              </a:extLst>
            </p:cNvPr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3256684" y="3704965"/>
              <a:ext cx="492569" cy="492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636;g3572edefd4d_0_1421" descr="Autobús con relleno sólido">
              <a:extLst>
                <a:ext uri="{FF2B5EF4-FFF2-40B4-BE49-F238E27FC236}">
                  <a16:creationId xmlns:a16="http://schemas.microsoft.com/office/drawing/2014/main" id="{4960FF18-1BDD-DDE0-3421-2F3C95E1F06D}"/>
                </a:ext>
              </a:extLst>
            </p:cNvPr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3756019" y="3722623"/>
              <a:ext cx="492569" cy="492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637;g3572edefd4d_0_1421" descr="Coche con relleno sólido">
              <a:extLst>
                <a:ext uri="{FF2B5EF4-FFF2-40B4-BE49-F238E27FC236}">
                  <a16:creationId xmlns:a16="http://schemas.microsoft.com/office/drawing/2014/main" id="{C7A78C54-5BB2-14E2-1E56-7F0DCDD99F17}"/>
                </a:ext>
              </a:extLst>
            </p:cNvPr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4284004" y="3740488"/>
              <a:ext cx="492569" cy="492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638;g3572edefd4d_0_1421" descr="Escúter con relleno sólido">
              <a:extLst>
                <a:ext uri="{FF2B5EF4-FFF2-40B4-BE49-F238E27FC236}">
                  <a16:creationId xmlns:a16="http://schemas.microsoft.com/office/drawing/2014/main" id="{265928EF-3A8E-7E33-0D49-291C951EE9CE}"/>
                </a:ext>
              </a:extLst>
            </p:cNvPr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4776573" y="3732151"/>
              <a:ext cx="492569" cy="4925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639;g3572edefd4d_0_1421">
              <a:extLst>
                <a:ext uri="{FF2B5EF4-FFF2-40B4-BE49-F238E27FC236}">
                  <a16:creationId xmlns:a16="http://schemas.microsoft.com/office/drawing/2014/main" id="{889CC4D9-FA3C-F672-7155-DE5922A100E8}"/>
                </a:ext>
              </a:extLst>
            </p:cNvPr>
            <p:cNvSpPr/>
            <p:nvPr/>
          </p:nvSpPr>
          <p:spPr>
            <a:xfrm>
              <a:off x="1519096" y="3659402"/>
              <a:ext cx="3885600" cy="6306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lt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" name="Google Shape;640;g3572edefd4d_0_1421">
              <a:extLst>
                <a:ext uri="{FF2B5EF4-FFF2-40B4-BE49-F238E27FC236}">
                  <a16:creationId xmlns:a16="http://schemas.microsoft.com/office/drawing/2014/main" id="{1714B34A-B443-C40A-97D7-7249987161FD}"/>
                </a:ext>
              </a:extLst>
            </p:cNvPr>
            <p:cNvCxnSpPr/>
            <p:nvPr/>
          </p:nvCxnSpPr>
          <p:spPr>
            <a:xfrm>
              <a:off x="2102423" y="3767576"/>
              <a:ext cx="0" cy="402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5" name="Google Shape;641;g3572edefd4d_0_1421">
              <a:extLst>
                <a:ext uri="{FF2B5EF4-FFF2-40B4-BE49-F238E27FC236}">
                  <a16:creationId xmlns:a16="http://schemas.microsoft.com/office/drawing/2014/main" id="{7AEAD893-B63D-262D-F9D3-A577C0222902}"/>
                </a:ext>
              </a:extLst>
            </p:cNvPr>
            <p:cNvSpPr/>
            <p:nvPr/>
          </p:nvSpPr>
          <p:spPr>
            <a:xfrm>
              <a:off x="1503657" y="4409700"/>
              <a:ext cx="3885600" cy="6306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lt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" name="Google Shape;642;g3572edefd4d_0_1421">
              <a:extLst>
                <a:ext uri="{FF2B5EF4-FFF2-40B4-BE49-F238E27FC236}">
                  <a16:creationId xmlns:a16="http://schemas.microsoft.com/office/drawing/2014/main" id="{E86089C6-5DC3-6A59-A123-07C5EF2A701B}"/>
                </a:ext>
              </a:extLst>
            </p:cNvPr>
            <p:cNvCxnSpPr/>
            <p:nvPr/>
          </p:nvCxnSpPr>
          <p:spPr>
            <a:xfrm>
              <a:off x="2113597" y="4512509"/>
              <a:ext cx="0" cy="402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pic>
          <p:nvPicPr>
            <p:cNvPr id="27" name="Google Shape;643;g3572edefd4d_0_1421" descr="Monedas con relleno sólido">
              <a:extLst>
                <a:ext uri="{FF2B5EF4-FFF2-40B4-BE49-F238E27FC236}">
                  <a16:creationId xmlns:a16="http://schemas.microsoft.com/office/drawing/2014/main" id="{F8DFE3F0-EA4B-57A6-6CD8-358B4B2D520C}"/>
                </a:ext>
              </a:extLst>
            </p:cNvPr>
            <p:cNvPicPr preferRelativeResize="0"/>
            <p:nvPr/>
          </p:nvPicPr>
          <p:blipFill rotWithShape="1">
            <a:blip r:embed="rId20">
              <a:alphaModFix/>
              <a:lum bright="70000" contrast="-70000"/>
            </a:blip>
            <a:srcRect/>
            <a:stretch/>
          </p:blipFill>
          <p:spPr>
            <a:xfrm>
              <a:off x="1547314" y="4481096"/>
              <a:ext cx="529159" cy="529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644;g3572edefd4d_0_1421" descr="Cara sonriente con relleno sólido con relleno sólido">
              <a:extLst>
                <a:ext uri="{FF2B5EF4-FFF2-40B4-BE49-F238E27FC236}">
                  <a16:creationId xmlns:a16="http://schemas.microsoft.com/office/drawing/2014/main" id="{A8D2E16D-2BB3-F8A3-2728-C7BFBBF4212F}"/>
                </a:ext>
              </a:extLst>
            </p:cNvPr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3111371" y="4445327"/>
              <a:ext cx="529159" cy="529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645;g3572edefd4d_0_1421" descr="Cara neutra con relleno sólido con relleno sólido">
              <a:extLst>
                <a:ext uri="{FF2B5EF4-FFF2-40B4-BE49-F238E27FC236}">
                  <a16:creationId xmlns:a16="http://schemas.microsoft.com/office/drawing/2014/main" id="{B2BF4E69-C7AB-0F30-9D1B-A311428D0261}"/>
                </a:ext>
              </a:extLst>
            </p:cNvPr>
            <p:cNvPicPr preferRelativeResize="0"/>
            <p:nvPr/>
          </p:nvPicPr>
          <p:blipFill rotWithShape="1">
            <a:blip r:embed="rId22">
              <a:alphaModFix/>
            </a:blip>
            <a:srcRect/>
            <a:stretch/>
          </p:blipFill>
          <p:spPr>
            <a:xfrm>
              <a:off x="3622973" y="4447129"/>
              <a:ext cx="529159" cy="529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646;g3572edefd4d_0_1421" descr="Cara triste con relleno sólido con relleno sólido">
              <a:extLst>
                <a:ext uri="{FF2B5EF4-FFF2-40B4-BE49-F238E27FC236}">
                  <a16:creationId xmlns:a16="http://schemas.microsoft.com/office/drawing/2014/main" id="{110ADEFA-2EB9-ECA5-70AC-5EA926CF6F77}"/>
                </a:ext>
              </a:extLst>
            </p:cNvPr>
            <p:cNvPicPr preferRelativeResize="0"/>
            <p:nvPr/>
          </p:nvPicPr>
          <p:blipFill rotWithShape="1">
            <a:blip r:embed="rId23">
              <a:alphaModFix/>
            </a:blip>
            <a:srcRect/>
            <a:stretch/>
          </p:blipFill>
          <p:spPr>
            <a:xfrm>
              <a:off x="4195003" y="4445328"/>
              <a:ext cx="529159" cy="529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647;g3572edefd4d_0_1421" descr="Cara enfadada con relleno sólido con relleno sólido">
              <a:extLst>
                <a:ext uri="{FF2B5EF4-FFF2-40B4-BE49-F238E27FC236}">
                  <a16:creationId xmlns:a16="http://schemas.microsoft.com/office/drawing/2014/main" id="{F9997E73-AEA2-7AC6-A650-CEA47B07148B}"/>
                </a:ext>
              </a:extLst>
            </p:cNvPr>
            <p:cNvPicPr preferRelativeResize="0"/>
            <p:nvPr/>
          </p:nvPicPr>
          <p:blipFill rotWithShape="1">
            <a:blip r:embed="rId24">
              <a:alphaModFix/>
            </a:blip>
            <a:srcRect/>
            <a:stretch/>
          </p:blipFill>
          <p:spPr>
            <a:xfrm>
              <a:off x="4746576" y="4454593"/>
              <a:ext cx="529159" cy="529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648;g3572edefd4d_0_1421" descr="Cara divertida con relleno sólido con relleno sólido">
              <a:extLst>
                <a:ext uri="{FF2B5EF4-FFF2-40B4-BE49-F238E27FC236}">
                  <a16:creationId xmlns:a16="http://schemas.microsoft.com/office/drawing/2014/main" id="{5EED5E6A-B83A-CAF4-C83E-702C1C7D7292}"/>
                </a:ext>
              </a:extLst>
            </p:cNvPr>
            <p:cNvPicPr preferRelativeResize="0"/>
            <p:nvPr/>
          </p:nvPicPr>
          <p:blipFill rotWithShape="1">
            <a:blip r:embed="rId25">
              <a:alphaModFix/>
            </a:blip>
            <a:srcRect/>
            <a:stretch/>
          </p:blipFill>
          <p:spPr>
            <a:xfrm>
              <a:off x="2584610" y="4458118"/>
              <a:ext cx="526761" cy="52676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" name="Google Shape;374;g3572edefd4d_0_1116">
            <a:extLst>
              <a:ext uri="{FF2B5EF4-FFF2-40B4-BE49-F238E27FC236}">
                <a16:creationId xmlns:a16="http://schemas.microsoft.com/office/drawing/2014/main" id="{6E160EF2-5016-5106-2460-5EC2C35380E4}"/>
              </a:ext>
            </a:extLst>
          </p:cNvPr>
          <p:cNvSpPr txBox="1"/>
          <p:nvPr/>
        </p:nvSpPr>
        <p:spPr>
          <a:xfrm>
            <a:off x="1001515" y="2011171"/>
            <a:ext cx="123405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en-US" sz="2400" b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7636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C2DC57-F5B1-412C-87AD-026A2B23EA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026BC5C-9741-4F93-917C-36C7B9022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299" y="1651100"/>
            <a:ext cx="3096880" cy="414077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947246E-C301-4ECF-AB0A-6BA6DBB605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2074" y="1589348"/>
            <a:ext cx="3056488" cy="4140772"/>
          </a:xfrm>
          <a:prstGeom prst="rect">
            <a:avLst/>
          </a:prstGeom>
        </p:spPr>
      </p:pic>
      <p:sp>
        <p:nvSpPr>
          <p:cNvPr id="6" name="Google Shape;603;g3572edefd4d_0_1421">
            <a:extLst>
              <a:ext uri="{FF2B5EF4-FFF2-40B4-BE49-F238E27FC236}">
                <a16:creationId xmlns:a16="http://schemas.microsoft.com/office/drawing/2014/main" id="{B2C544A2-C578-4EFA-B7C8-8AD88F3128DC}"/>
              </a:ext>
            </a:extLst>
          </p:cNvPr>
          <p:cNvSpPr txBox="1"/>
          <p:nvPr/>
        </p:nvSpPr>
        <p:spPr>
          <a:xfrm>
            <a:off x="180900" y="2349237"/>
            <a:ext cx="11830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4800" b="1">
                <a:solidFill>
                  <a:srgbClr val="78458B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2800" dirty="0" err="1">
                <a:solidFill>
                  <a:srgbClr val="55257D"/>
                </a:solidFill>
                <a:sym typeface="Calibri"/>
              </a:rPr>
              <a:t>Uso</a:t>
            </a:r>
            <a:r>
              <a:rPr lang="en-US" sz="2800" dirty="0">
                <a:solidFill>
                  <a:srgbClr val="55257D"/>
                </a:solidFill>
                <a:sym typeface="Calibri"/>
              </a:rPr>
              <a:t> de moto vs bus </a:t>
            </a:r>
          </a:p>
          <a:p>
            <a:r>
              <a:rPr lang="en-US" sz="2800" dirty="0">
                <a:solidFill>
                  <a:srgbClr val="55257D"/>
                </a:solidFill>
                <a:sym typeface="Calibri"/>
              </a:rPr>
              <a:t>por </a:t>
            </a:r>
            <a:r>
              <a:rPr lang="en-US" sz="2800" dirty="0" err="1">
                <a:solidFill>
                  <a:srgbClr val="55257D"/>
                </a:solidFill>
                <a:sym typeface="Calibri"/>
              </a:rPr>
              <a:t>comunas</a:t>
            </a:r>
            <a:r>
              <a:rPr lang="en-US" sz="2800" dirty="0">
                <a:solidFill>
                  <a:srgbClr val="55257D"/>
                </a:solidFill>
                <a:sym typeface="Calibri"/>
              </a:rPr>
              <a:t> de Cali</a:t>
            </a:r>
            <a:endParaRPr sz="2800" dirty="0">
              <a:solidFill>
                <a:srgbClr val="55257D"/>
              </a:solidFill>
            </a:endParaRPr>
          </a:p>
        </p:txBody>
      </p:sp>
      <p:sp>
        <p:nvSpPr>
          <p:cNvPr id="9" name="Google Shape;603;g3572edefd4d_0_1421">
            <a:extLst>
              <a:ext uri="{FF2B5EF4-FFF2-40B4-BE49-F238E27FC236}">
                <a16:creationId xmlns:a16="http://schemas.microsoft.com/office/drawing/2014/main" id="{CE2BAF5F-6E5A-4F1B-AC09-FF3E54591211}"/>
              </a:ext>
            </a:extLst>
          </p:cNvPr>
          <p:cNvSpPr txBox="1"/>
          <p:nvPr/>
        </p:nvSpPr>
        <p:spPr>
          <a:xfrm>
            <a:off x="0" y="1066128"/>
            <a:ext cx="4883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4800" b="1">
                <a:solidFill>
                  <a:srgbClr val="78458B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2800" b="0" dirty="0">
                <a:solidFill>
                  <a:srgbClr val="55257D"/>
                </a:solidFill>
                <a:sym typeface="Calibri"/>
              </a:rPr>
              <a:t>Moto</a:t>
            </a:r>
            <a:endParaRPr sz="2800" b="0" dirty="0">
              <a:solidFill>
                <a:srgbClr val="55257D"/>
              </a:solidFill>
            </a:endParaRPr>
          </a:p>
        </p:txBody>
      </p:sp>
      <p:sp>
        <p:nvSpPr>
          <p:cNvPr id="10" name="Google Shape;603;g3572edefd4d_0_1421">
            <a:extLst>
              <a:ext uri="{FF2B5EF4-FFF2-40B4-BE49-F238E27FC236}">
                <a16:creationId xmlns:a16="http://schemas.microsoft.com/office/drawing/2014/main" id="{2855BB41-CC01-45B3-8A88-F8900F6A1792}"/>
              </a:ext>
            </a:extLst>
          </p:cNvPr>
          <p:cNvSpPr txBox="1"/>
          <p:nvPr/>
        </p:nvSpPr>
        <p:spPr>
          <a:xfrm>
            <a:off x="7688632" y="991668"/>
            <a:ext cx="4883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4800" b="1">
                <a:solidFill>
                  <a:srgbClr val="78458B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2800" b="0" dirty="0">
                <a:solidFill>
                  <a:srgbClr val="55257D"/>
                </a:solidFill>
                <a:sym typeface="Calibri"/>
              </a:rPr>
              <a:t>Bus</a:t>
            </a:r>
            <a:endParaRPr sz="2800" b="0" dirty="0">
              <a:solidFill>
                <a:srgbClr val="5525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514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56A446C-79B7-4DDE-933C-56A13346E3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0FA8EA7-EACC-4581-A9B6-53B016821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90" y="1589348"/>
            <a:ext cx="3296389" cy="408566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022D8A7-0C61-4B74-97E6-6B59AA42F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35" y="1589348"/>
            <a:ext cx="3248906" cy="4245644"/>
          </a:xfrm>
          <a:prstGeom prst="rect">
            <a:avLst/>
          </a:prstGeom>
        </p:spPr>
      </p:pic>
      <p:sp>
        <p:nvSpPr>
          <p:cNvPr id="8" name="Google Shape;603;g3572edefd4d_0_1421">
            <a:extLst>
              <a:ext uri="{FF2B5EF4-FFF2-40B4-BE49-F238E27FC236}">
                <a16:creationId xmlns:a16="http://schemas.microsoft.com/office/drawing/2014/main" id="{A631E88F-F8DF-47BF-BD7E-6EE25F921144}"/>
              </a:ext>
            </a:extLst>
          </p:cNvPr>
          <p:cNvSpPr txBox="1"/>
          <p:nvPr/>
        </p:nvSpPr>
        <p:spPr>
          <a:xfrm>
            <a:off x="0" y="1066128"/>
            <a:ext cx="4883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4800" b="1">
                <a:solidFill>
                  <a:srgbClr val="78458B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2800" b="0" dirty="0">
                <a:solidFill>
                  <a:srgbClr val="55257D"/>
                </a:solidFill>
                <a:sym typeface="Calibri"/>
              </a:rPr>
              <a:t>Moto</a:t>
            </a:r>
            <a:endParaRPr sz="2800" b="0" dirty="0">
              <a:solidFill>
                <a:srgbClr val="55257D"/>
              </a:solidFill>
            </a:endParaRPr>
          </a:p>
        </p:txBody>
      </p:sp>
      <p:sp>
        <p:nvSpPr>
          <p:cNvPr id="9" name="Google Shape;603;g3572edefd4d_0_1421">
            <a:extLst>
              <a:ext uri="{FF2B5EF4-FFF2-40B4-BE49-F238E27FC236}">
                <a16:creationId xmlns:a16="http://schemas.microsoft.com/office/drawing/2014/main" id="{CA0F895D-230A-4000-B84F-C7639D109694}"/>
              </a:ext>
            </a:extLst>
          </p:cNvPr>
          <p:cNvSpPr txBox="1"/>
          <p:nvPr/>
        </p:nvSpPr>
        <p:spPr>
          <a:xfrm>
            <a:off x="7688632" y="991668"/>
            <a:ext cx="4883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4800" b="1">
                <a:solidFill>
                  <a:srgbClr val="78458B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2800" b="0" dirty="0">
                <a:solidFill>
                  <a:srgbClr val="55257D"/>
                </a:solidFill>
                <a:sym typeface="Calibri"/>
              </a:rPr>
              <a:t>Bus</a:t>
            </a:r>
            <a:endParaRPr sz="2800" b="0" dirty="0">
              <a:solidFill>
                <a:srgbClr val="55257D"/>
              </a:solidFill>
            </a:endParaRPr>
          </a:p>
        </p:txBody>
      </p:sp>
      <p:sp>
        <p:nvSpPr>
          <p:cNvPr id="10" name="Google Shape;603;g3572edefd4d_0_1421">
            <a:extLst>
              <a:ext uri="{FF2B5EF4-FFF2-40B4-BE49-F238E27FC236}">
                <a16:creationId xmlns:a16="http://schemas.microsoft.com/office/drawing/2014/main" id="{B574C5CD-445F-4CF1-AB62-56CB428ECE03}"/>
              </a:ext>
            </a:extLst>
          </p:cNvPr>
          <p:cNvSpPr txBox="1"/>
          <p:nvPr/>
        </p:nvSpPr>
        <p:spPr>
          <a:xfrm>
            <a:off x="180900" y="2349237"/>
            <a:ext cx="11830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4800" b="1">
                <a:solidFill>
                  <a:srgbClr val="78458B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2800" dirty="0" err="1">
                <a:solidFill>
                  <a:srgbClr val="55257D"/>
                </a:solidFill>
                <a:sym typeface="Calibri"/>
              </a:rPr>
              <a:t>Uso</a:t>
            </a:r>
            <a:r>
              <a:rPr lang="en-US" sz="2800" dirty="0">
                <a:solidFill>
                  <a:srgbClr val="55257D"/>
                </a:solidFill>
                <a:sym typeface="Calibri"/>
              </a:rPr>
              <a:t> de moto vs bus </a:t>
            </a:r>
          </a:p>
          <a:p>
            <a:r>
              <a:rPr lang="en-US" sz="2800" dirty="0">
                <a:solidFill>
                  <a:srgbClr val="55257D"/>
                </a:solidFill>
                <a:sym typeface="Calibri"/>
              </a:rPr>
              <a:t>por </a:t>
            </a:r>
            <a:r>
              <a:rPr lang="en-US" sz="2800" dirty="0" err="1">
                <a:solidFill>
                  <a:srgbClr val="55257D"/>
                </a:solidFill>
                <a:sym typeface="Calibri"/>
              </a:rPr>
              <a:t>comunas</a:t>
            </a:r>
            <a:r>
              <a:rPr lang="en-US" sz="2800" dirty="0">
                <a:solidFill>
                  <a:srgbClr val="55257D"/>
                </a:solidFill>
                <a:sym typeface="Calibri"/>
              </a:rPr>
              <a:t> de Medellín</a:t>
            </a:r>
            <a:endParaRPr sz="2800" dirty="0">
              <a:solidFill>
                <a:srgbClr val="5525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525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F0C4A-13DB-216C-4D28-430E05AE2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D251F61-4C26-4CB5-84F8-F5E4E58D65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4884A7"/>
          </a:solidFill>
        </p:spPr>
      </p:pic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ECB535FC-5DE4-EB03-1F10-BCCE18379C35}"/>
              </a:ext>
            </a:extLst>
          </p:cNvPr>
          <p:cNvGraphicFramePr>
            <a:graphicFrameLocks noGrp="1" noDrilldown="1" noMove="1" noResize="1"/>
          </p:cNvGraphicFramePr>
          <p:nvPr>
            <p:extLst/>
          </p:nvPr>
        </p:nvGraphicFramePr>
        <p:xfrm>
          <a:off x="3084284" y="1483576"/>
          <a:ext cx="6023429" cy="4298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6" name="Graphic 15" descr="Woman with solid fill">
            <a:extLst>
              <a:ext uri="{FF2B5EF4-FFF2-40B4-BE49-F238E27FC236}">
                <a16:creationId xmlns:a16="http://schemas.microsoft.com/office/drawing/2014/main" id="{1D2AAF04-FB86-4B7A-D409-FAA48979E2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93179" y="3004457"/>
            <a:ext cx="1387136" cy="1387136"/>
          </a:xfrm>
          <a:prstGeom prst="rect">
            <a:avLst/>
          </a:prstGeom>
        </p:spPr>
      </p:pic>
      <p:pic>
        <p:nvPicPr>
          <p:cNvPr id="17" name="Graphic 16" descr="Man with solid fill">
            <a:extLst>
              <a:ext uri="{FF2B5EF4-FFF2-40B4-BE49-F238E27FC236}">
                <a16:creationId xmlns:a16="http://schemas.microsoft.com/office/drawing/2014/main" id="{3D084462-BFA3-5C50-A968-0E13D6FC0E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0946" y="3004458"/>
            <a:ext cx="1387136" cy="1387136"/>
          </a:xfrm>
          <a:prstGeom prst="rect">
            <a:avLst/>
          </a:prstGeom>
        </p:spPr>
      </p:pic>
      <p:sp>
        <p:nvSpPr>
          <p:cNvPr id="67" name="TextBox 50">
            <a:extLst>
              <a:ext uri="{FF2B5EF4-FFF2-40B4-BE49-F238E27FC236}">
                <a16:creationId xmlns:a16="http://schemas.microsoft.com/office/drawing/2014/main" id="{6A933416-ED4B-4A06-9C6D-616886375C40}"/>
              </a:ext>
            </a:extLst>
          </p:cNvPr>
          <p:cNvSpPr txBox="1"/>
          <p:nvPr/>
        </p:nvSpPr>
        <p:spPr>
          <a:xfrm>
            <a:off x="4709021" y="4458495"/>
            <a:ext cx="1089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chemeClr val="bg1"/>
                </a:solidFill>
              </a:rPr>
              <a:t>49,9%</a:t>
            </a:r>
          </a:p>
        </p:txBody>
      </p:sp>
      <p:sp>
        <p:nvSpPr>
          <p:cNvPr id="68" name="TextBox 50">
            <a:extLst>
              <a:ext uri="{FF2B5EF4-FFF2-40B4-BE49-F238E27FC236}">
                <a16:creationId xmlns:a16="http://schemas.microsoft.com/office/drawing/2014/main" id="{78F1A63D-D85F-452C-BDDE-1E6682696F87}"/>
              </a:ext>
            </a:extLst>
          </p:cNvPr>
          <p:cNvSpPr txBox="1"/>
          <p:nvPr/>
        </p:nvSpPr>
        <p:spPr>
          <a:xfrm>
            <a:off x="6933824" y="4414251"/>
            <a:ext cx="1089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chemeClr val="bg1"/>
                </a:solidFill>
              </a:rPr>
              <a:t>50,1%</a:t>
            </a:r>
          </a:p>
        </p:txBody>
      </p:sp>
      <p:grpSp>
        <p:nvGrpSpPr>
          <p:cNvPr id="69" name="Group 5">
            <a:extLst>
              <a:ext uri="{FF2B5EF4-FFF2-40B4-BE49-F238E27FC236}">
                <a16:creationId xmlns:a16="http://schemas.microsoft.com/office/drawing/2014/main" id="{FEA4614D-F01D-438F-B8B8-6C8F44AFEF4A}"/>
              </a:ext>
            </a:extLst>
          </p:cNvPr>
          <p:cNvGrpSpPr/>
          <p:nvPr/>
        </p:nvGrpSpPr>
        <p:grpSpPr>
          <a:xfrm>
            <a:off x="2386311" y="3699138"/>
            <a:ext cx="1226944" cy="954748"/>
            <a:chOff x="559388" y="1188774"/>
            <a:chExt cx="1226944" cy="954748"/>
          </a:xfrm>
        </p:grpSpPr>
        <p:pic>
          <p:nvPicPr>
            <p:cNvPr id="70" name="Graphic 20" descr="Car with solid fill">
              <a:extLst>
                <a:ext uri="{FF2B5EF4-FFF2-40B4-BE49-F238E27FC236}">
                  <a16:creationId xmlns:a16="http://schemas.microsoft.com/office/drawing/2014/main" id="{506FBF6F-A5B2-45F7-9D7B-8B68093E3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59388" y="1188774"/>
              <a:ext cx="914400" cy="914400"/>
            </a:xfrm>
            <a:prstGeom prst="rect">
              <a:avLst/>
            </a:prstGeom>
          </p:spPr>
        </p:pic>
        <p:sp>
          <p:nvSpPr>
            <p:cNvPr id="71" name="TextBox 39">
              <a:extLst>
                <a:ext uri="{FF2B5EF4-FFF2-40B4-BE49-F238E27FC236}">
                  <a16:creationId xmlns:a16="http://schemas.microsoft.com/office/drawing/2014/main" id="{87FEC1F2-25A0-4407-8E5F-6B15C23A14B7}"/>
                </a:ext>
              </a:extLst>
            </p:cNvPr>
            <p:cNvSpPr txBox="1"/>
            <p:nvPr/>
          </p:nvSpPr>
          <p:spPr>
            <a:xfrm>
              <a:off x="696991" y="1774190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13,6%</a:t>
              </a:r>
            </a:p>
          </p:txBody>
        </p:sp>
      </p:grpSp>
      <p:grpSp>
        <p:nvGrpSpPr>
          <p:cNvPr id="72" name="Group 7">
            <a:extLst>
              <a:ext uri="{FF2B5EF4-FFF2-40B4-BE49-F238E27FC236}">
                <a16:creationId xmlns:a16="http://schemas.microsoft.com/office/drawing/2014/main" id="{BC78C3F4-E9E5-4D6F-904D-584B7FFB6E97}"/>
              </a:ext>
            </a:extLst>
          </p:cNvPr>
          <p:cNvGrpSpPr/>
          <p:nvPr/>
        </p:nvGrpSpPr>
        <p:grpSpPr>
          <a:xfrm>
            <a:off x="1810758" y="2164089"/>
            <a:ext cx="1259970" cy="1541744"/>
            <a:chOff x="118155" y="2158246"/>
            <a:chExt cx="1259970" cy="1541744"/>
          </a:xfrm>
        </p:grpSpPr>
        <p:grpSp>
          <p:nvGrpSpPr>
            <p:cNvPr id="73" name="Group 44">
              <a:extLst>
                <a:ext uri="{FF2B5EF4-FFF2-40B4-BE49-F238E27FC236}">
                  <a16:creationId xmlns:a16="http://schemas.microsoft.com/office/drawing/2014/main" id="{8B20C393-66B4-420F-B4E6-FA9B04DA4445}"/>
                </a:ext>
              </a:extLst>
            </p:cNvPr>
            <p:cNvGrpSpPr/>
            <p:nvPr/>
          </p:nvGrpSpPr>
          <p:grpSpPr>
            <a:xfrm>
              <a:off x="118155" y="2158246"/>
              <a:ext cx="914400" cy="1416979"/>
              <a:chOff x="147568" y="2783625"/>
              <a:chExt cx="914400" cy="1416979"/>
            </a:xfrm>
          </p:grpSpPr>
          <p:pic>
            <p:nvPicPr>
              <p:cNvPr id="75" name="Graphic 38" descr="Check In with solid fill">
                <a:extLst>
                  <a:ext uri="{FF2B5EF4-FFF2-40B4-BE49-F238E27FC236}">
                    <a16:creationId xmlns:a16="http://schemas.microsoft.com/office/drawing/2014/main" id="{90D07A6F-3C8F-4A89-9513-529EB73CC3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47568" y="2783625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76" name="Graphic 40" descr="Car with solid fill">
                <a:extLst>
                  <a:ext uri="{FF2B5EF4-FFF2-40B4-BE49-F238E27FC236}">
                    <a16:creationId xmlns:a16="http://schemas.microsoft.com/office/drawing/2014/main" id="{166EDC43-804E-4B95-8C85-2098B01361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92722" y="3520655"/>
                <a:ext cx="679949" cy="679949"/>
              </a:xfrm>
              <a:prstGeom prst="rect">
                <a:avLst/>
              </a:prstGeom>
            </p:spPr>
          </p:pic>
        </p:grpSp>
        <p:sp>
          <p:nvSpPr>
            <p:cNvPr id="74" name="TextBox 46">
              <a:extLst>
                <a:ext uri="{FF2B5EF4-FFF2-40B4-BE49-F238E27FC236}">
                  <a16:creationId xmlns:a16="http://schemas.microsoft.com/office/drawing/2014/main" id="{7A6CD1BD-BB2B-45BE-A8C0-4A8C1CFC41C1}"/>
                </a:ext>
              </a:extLst>
            </p:cNvPr>
            <p:cNvSpPr txBox="1"/>
            <p:nvPr/>
          </p:nvSpPr>
          <p:spPr>
            <a:xfrm>
              <a:off x="288784" y="3330658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8,8%</a:t>
              </a:r>
            </a:p>
          </p:txBody>
        </p:sp>
      </p:grpSp>
      <p:grpSp>
        <p:nvGrpSpPr>
          <p:cNvPr id="82" name="Group 54">
            <a:extLst>
              <a:ext uri="{FF2B5EF4-FFF2-40B4-BE49-F238E27FC236}">
                <a16:creationId xmlns:a16="http://schemas.microsoft.com/office/drawing/2014/main" id="{4C5C3C40-E66E-4A2C-B772-D7D72F249473}"/>
              </a:ext>
            </a:extLst>
          </p:cNvPr>
          <p:cNvGrpSpPr/>
          <p:nvPr/>
        </p:nvGrpSpPr>
        <p:grpSpPr>
          <a:xfrm>
            <a:off x="674267" y="2465209"/>
            <a:ext cx="1239176" cy="1031732"/>
            <a:chOff x="2254392" y="2384153"/>
            <a:chExt cx="1239176" cy="1031732"/>
          </a:xfrm>
        </p:grpSpPr>
        <p:pic>
          <p:nvPicPr>
            <p:cNvPr id="83" name="Graphic 28" descr="Taxi with solid fill">
              <a:extLst>
                <a:ext uri="{FF2B5EF4-FFF2-40B4-BE49-F238E27FC236}">
                  <a16:creationId xmlns:a16="http://schemas.microsoft.com/office/drawing/2014/main" id="{F5FE7CF0-4B22-4783-BB11-45F9884B8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254392" y="2384153"/>
              <a:ext cx="914400" cy="914400"/>
            </a:xfrm>
            <a:prstGeom prst="rect">
              <a:avLst/>
            </a:prstGeom>
          </p:spPr>
        </p:pic>
        <p:sp>
          <p:nvSpPr>
            <p:cNvPr id="84" name="TextBox 48">
              <a:extLst>
                <a:ext uri="{FF2B5EF4-FFF2-40B4-BE49-F238E27FC236}">
                  <a16:creationId xmlns:a16="http://schemas.microsoft.com/office/drawing/2014/main" id="{A5AC1DE4-0D82-466A-91E0-318FFE7B5B63}"/>
                </a:ext>
              </a:extLst>
            </p:cNvPr>
            <p:cNvSpPr txBox="1"/>
            <p:nvPr/>
          </p:nvSpPr>
          <p:spPr>
            <a:xfrm>
              <a:off x="2404227" y="3046553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7,8%</a:t>
              </a:r>
            </a:p>
          </p:txBody>
        </p: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E7771863-D15F-47F5-A7AE-8FCBFD556C93}"/>
              </a:ext>
            </a:extLst>
          </p:cNvPr>
          <p:cNvSpPr/>
          <p:nvPr/>
        </p:nvSpPr>
        <p:spPr>
          <a:xfrm>
            <a:off x="3168219" y="2135411"/>
            <a:ext cx="765212" cy="469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8" name="Group 56">
            <a:extLst>
              <a:ext uri="{FF2B5EF4-FFF2-40B4-BE49-F238E27FC236}">
                <a16:creationId xmlns:a16="http://schemas.microsoft.com/office/drawing/2014/main" id="{670F7860-AC55-4B01-9A56-F0AD9EE8FA5E}"/>
              </a:ext>
            </a:extLst>
          </p:cNvPr>
          <p:cNvGrpSpPr/>
          <p:nvPr/>
        </p:nvGrpSpPr>
        <p:grpSpPr>
          <a:xfrm>
            <a:off x="2335988" y="4728143"/>
            <a:ext cx="1243596" cy="1182505"/>
            <a:chOff x="794381" y="3699962"/>
            <a:chExt cx="1243596" cy="1182505"/>
          </a:xfrm>
        </p:grpSpPr>
        <p:pic>
          <p:nvPicPr>
            <p:cNvPr id="89" name="Graphic 36" descr="Cycling with solid fill">
              <a:extLst>
                <a:ext uri="{FF2B5EF4-FFF2-40B4-BE49-F238E27FC236}">
                  <a16:creationId xmlns:a16="http://schemas.microsoft.com/office/drawing/2014/main" id="{98A20494-2339-41A7-859C-60638B4A2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94381" y="3699962"/>
              <a:ext cx="914400" cy="914400"/>
            </a:xfrm>
            <a:prstGeom prst="rect">
              <a:avLst/>
            </a:prstGeom>
          </p:spPr>
        </p:pic>
        <p:sp>
          <p:nvSpPr>
            <p:cNvPr id="90" name="TextBox 59">
              <a:extLst>
                <a:ext uri="{FF2B5EF4-FFF2-40B4-BE49-F238E27FC236}">
                  <a16:creationId xmlns:a16="http://schemas.microsoft.com/office/drawing/2014/main" id="{CBCBE7F3-77FA-461B-86BB-C83E1042F1F9}"/>
                </a:ext>
              </a:extLst>
            </p:cNvPr>
            <p:cNvSpPr txBox="1"/>
            <p:nvPr/>
          </p:nvSpPr>
          <p:spPr>
            <a:xfrm>
              <a:off x="948636" y="4513135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1,4%</a:t>
              </a:r>
            </a:p>
          </p:txBody>
        </p:sp>
      </p:grpSp>
      <p:grpSp>
        <p:nvGrpSpPr>
          <p:cNvPr id="91" name="Group 58">
            <a:extLst>
              <a:ext uri="{FF2B5EF4-FFF2-40B4-BE49-F238E27FC236}">
                <a16:creationId xmlns:a16="http://schemas.microsoft.com/office/drawing/2014/main" id="{3C577A28-726F-4453-BD98-9F955A8DF8A8}"/>
              </a:ext>
            </a:extLst>
          </p:cNvPr>
          <p:cNvGrpSpPr/>
          <p:nvPr/>
        </p:nvGrpSpPr>
        <p:grpSpPr>
          <a:xfrm>
            <a:off x="1133765" y="4750462"/>
            <a:ext cx="1141749" cy="1157882"/>
            <a:chOff x="1650899" y="4483302"/>
            <a:chExt cx="1141749" cy="1157882"/>
          </a:xfrm>
        </p:grpSpPr>
        <p:pic>
          <p:nvPicPr>
            <p:cNvPr id="92" name="Graphic 34" descr="Walk with solid fill">
              <a:extLst>
                <a:ext uri="{FF2B5EF4-FFF2-40B4-BE49-F238E27FC236}">
                  <a16:creationId xmlns:a16="http://schemas.microsoft.com/office/drawing/2014/main" id="{1E533E6B-55EC-4669-B080-A76304565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650899" y="4483302"/>
              <a:ext cx="914400" cy="914400"/>
            </a:xfrm>
            <a:prstGeom prst="rect">
              <a:avLst/>
            </a:prstGeom>
          </p:spPr>
        </p:pic>
        <p:sp>
          <p:nvSpPr>
            <p:cNvPr id="97" name="TextBox 60">
              <a:extLst>
                <a:ext uri="{FF2B5EF4-FFF2-40B4-BE49-F238E27FC236}">
                  <a16:creationId xmlns:a16="http://schemas.microsoft.com/office/drawing/2014/main" id="{46B7ED48-4D96-405D-8C53-32EA1E019A43}"/>
                </a:ext>
              </a:extLst>
            </p:cNvPr>
            <p:cNvSpPr txBox="1"/>
            <p:nvPr/>
          </p:nvSpPr>
          <p:spPr>
            <a:xfrm>
              <a:off x="1703307" y="5271852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4,2%</a:t>
              </a:r>
            </a:p>
          </p:txBody>
        </p:sp>
      </p:grpSp>
      <p:grpSp>
        <p:nvGrpSpPr>
          <p:cNvPr id="109" name="Group 13">
            <a:extLst>
              <a:ext uri="{FF2B5EF4-FFF2-40B4-BE49-F238E27FC236}">
                <a16:creationId xmlns:a16="http://schemas.microsoft.com/office/drawing/2014/main" id="{D4C86678-A1B4-4B57-9019-EC20FC9C3F6E}"/>
              </a:ext>
            </a:extLst>
          </p:cNvPr>
          <p:cNvGrpSpPr/>
          <p:nvPr/>
        </p:nvGrpSpPr>
        <p:grpSpPr>
          <a:xfrm>
            <a:off x="1096904" y="3609165"/>
            <a:ext cx="1206036" cy="1062131"/>
            <a:chOff x="198111" y="1243489"/>
            <a:chExt cx="1206036" cy="1062131"/>
          </a:xfrm>
        </p:grpSpPr>
        <p:sp>
          <p:nvSpPr>
            <p:cNvPr id="114" name="TextBox 43">
              <a:extLst>
                <a:ext uri="{FF2B5EF4-FFF2-40B4-BE49-F238E27FC236}">
                  <a16:creationId xmlns:a16="http://schemas.microsoft.com/office/drawing/2014/main" id="{15F6DAC9-9BAE-46FC-B654-020CD4B407B0}"/>
                </a:ext>
              </a:extLst>
            </p:cNvPr>
            <p:cNvSpPr txBox="1"/>
            <p:nvPr/>
          </p:nvSpPr>
          <p:spPr>
            <a:xfrm>
              <a:off x="314806" y="1936288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26,7%</a:t>
              </a:r>
            </a:p>
          </p:txBody>
        </p:sp>
        <p:pic>
          <p:nvPicPr>
            <p:cNvPr id="115" name="Graphic 9" descr="Motorcycle with solid fill">
              <a:extLst>
                <a:ext uri="{FF2B5EF4-FFF2-40B4-BE49-F238E27FC236}">
                  <a16:creationId xmlns:a16="http://schemas.microsoft.com/office/drawing/2014/main" id="{DABAE09A-80F0-488B-B190-B98271D81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98111" y="1243489"/>
              <a:ext cx="914400" cy="914400"/>
            </a:xfrm>
            <a:prstGeom prst="rect">
              <a:avLst/>
            </a:prstGeom>
          </p:spPr>
        </p:pic>
      </p:grpSp>
      <p:grpSp>
        <p:nvGrpSpPr>
          <p:cNvPr id="125" name="Group 30">
            <a:extLst>
              <a:ext uri="{FF2B5EF4-FFF2-40B4-BE49-F238E27FC236}">
                <a16:creationId xmlns:a16="http://schemas.microsoft.com/office/drawing/2014/main" id="{D261A948-3452-4053-8029-2F55F4035DBA}"/>
              </a:ext>
            </a:extLst>
          </p:cNvPr>
          <p:cNvGrpSpPr/>
          <p:nvPr/>
        </p:nvGrpSpPr>
        <p:grpSpPr>
          <a:xfrm>
            <a:off x="1145681" y="948939"/>
            <a:ext cx="1255720" cy="1078876"/>
            <a:chOff x="1259654" y="1234312"/>
            <a:chExt cx="1255720" cy="1078876"/>
          </a:xfrm>
        </p:grpSpPr>
        <p:sp>
          <p:nvSpPr>
            <p:cNvPr id="126" name="TextBox 49">
              <a:extLst>
                <a:ext uri="{FF2B5EF4-FFF2-40B4-BE49-F238E27FC236}">
                  <a16:creationId xmlns:a16="http://schemas.microsoft.com/office/drawing/2014/main" id="{B22D139E-A0B4-4D65-87FD-EE748DB484C6}"/>
                </a:ext>
              </a:extLst>
            </p:cNvPr>
            <p:cNvSpPr txBox="1"/>
            <p:nvPr/>
          </p:nvSpPr>
          <p:spPr>
            <a:xfrm>
              <a:off x="1337247" y="1943856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26,3%</a:t>
              </a:r>
            </a:p>
          </p:txBody>
        </p:sp>
        <p:pic>
          <p:nvPicPr>
            <p:cNvPr id="127" name="Graphic 52" descr="Bus outline">
              <a:extLst>
                <a:ext uri="{FF2B5EF4-FFF2-40B4-BE49-F238E27FC236}">
                  <a16:creationId xmlns:a16="http://schemas.microsoft.com/office/drawing/2014/main" id="{A948DD59-6036-4D2D-B3A3-9A7AF3610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259654" y="1234312"/>
              <a:ext cx="914400" cy="914400"/>
            </a:xfrm>
            <a:prstGeom prst="rect">
              <a:avLst/>
            </a:prstGeom>
          </p:spPr>
        </p:pic>
        <p:sp>
          <p:nvSpPr>
            <p:cNvPr id="128" name="TextBox 49">
              <a:extLst>
                <a:ext uri="{FF2B5EF4-FFF2-40B4-BE49-F238E27FC236}">
                  <a16:creationId xmlns:a16="http://schemas.microsoft.com/office/drawing/2014/main" id="{46EBF175-A713-4A80-82E3-BE88E7082250}"/>
                </a:ext>
              </a:extLst>
            </p:cNvPr>
            <p:cNvSpPr txBox="1"/>
            <p:nvPr/>
          </p:nvSpPr>
          <p:spPr>
            <a:xfrm>
              <a:off x="1426033" y="1598323"/>
              <a:ext cx="108934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s-CO"/>
              </a:defPPr>
              <a:lvl1pPr marL="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CO" dirty="0">
                  <a:solidFill>
                    <a:srgbClr val="A176BA"/>
                  </a:solidFill>
                </a:rPr>
                <a:t>MIO</a:t>
              </a:r>
            </a:p>
          </p:txBody>
        </p:sp>
      </p:grpSp>
      <p:grpSp>
        <p:nvGrpSpPr>
          <p:cNvPr id="85" name="Group 55">
            <a:extLst>
              <a:ext uri="{FF2B5EF4-FFF2-40B4-BE49-F238E27FC236}">
                <a16:creationId xmlns:a16="http://schemas.microsoft.com/office/drawing/2014/main" id="{2EA5D8D5-03C8-485E-A4F6-9C49B0351BF1}"/>
              </a:ext>
            </a:extLst>
          </p:cNvPr>
          <p:cNvGrpSpPr/>
          <p:nvPr/>
        </p:nvGrpSpPr>
        <p:grpSpPr>
          <a:xfrm>
            <a:off x="2431745" y="951629"/>
            <a:ext cx="1262771" cy="954473"/>
            <a:chOff x="1242771" y="2383375"/>
            <a:chExt cx="1262771" cy="954473"/>
          </a:xfrm>
        </p:grpSpPr>
        <p:pic>
          <p:nvPicPr>
            <p:cNvPr id="86" name="Graphic 18" descr="Bus with solid fill">
              <a:extLst>
                <a:ext uri="{FF2B5EF4-FFF2-40B4-BE49-F238E27FC236}">
                  <a16:creationId xmlns:a16="http://schemas.microsoft.com/office/drawing/2014/main" id="{CD57852D-5000-428F-B918-01016A024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242771" y="2383375"/>
              <a:ext cx="914400" cy="914400"/>
            </a:xfrm>
            <a:prstGeom prst="rect">
              <a:avLst/>
            </a:prstGeom>
          </p:spPr>
        </p:pic>
        <p:sp>
          <p:nvSpPr>
            <p:cNvPr id="87" name="TextBox 50">
              <a:extLst>
                <a:ext uri="{FF2B5EF4-FFF2-40B4-BE49-F238E27FC236}">
                  <a16:creationId xmlns:a16="http://schemas.microsoft.com/office/drawing/2014/main" id="{A3FCB5AA-A608-45F2-ABA3-AEEBD00B9F00}"/>
                </a:ext>
              </a:extLst>
            </p:cNvPr>
            <p:cNvSpPr txBox="1"/>
            <p:nvPr/>
          </p:nvSpPr>
          <p:spPr>
            <a:xfrm>
              <a:off x="1416201" y="2968516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6,4%</a:t>
              </a:r>
            </a:p>
          </p:txBody>
        </p:sp>
      </p:grpSp>
      <p:grpSp>
        <p:nvGrpSpPr>
          <p:cNvPr id="129" name="Group 127">
            <a:extLst>
              <a:ext uri="{FF2B5EF4-FFF2-40B4-BE49-F238E27FC236}">
                <a16:creationId xmlns:a16="http://schemas.microsoft.com/office/drawing/2014/main" id="{DD4905FA-B6B3-4B40-B91B-4AD805A0F8D0}"/>
              </a:ext>
            </a:extLst>
          </p:cNvPr>
          <p:cNvGrpSpPr/>
          <p:nvPr/>
        </p:nvGrpSpPr>
        <p:grpSpPr>
          <a:xfrm>
            <a:off x="10451889" y="3712902"/>
            <a:ext cx="1226944" cy="954748"/>
            <a:chOff x="559388" y="1188774"/>
            <a:chExt cx="1226944" cy="954748"/>
          </a:xfrm>
        </p:grpSpPr>
        <p:pic>
          <p:nvPicPr>
            <p:cNvPr id="130" name="Graphic 128" descr="Car with solid fill">
              <a:extLst>
                <a:ext uri="{FF2B5EF4-FFF2-40B4-BE49-F238E27FC236}">
                  <a16:creationId xmlns:a16="http://schemas.microsoft.com/office/drawing/2014/main" id="{C392C7C6-770F-4589-9050-3D37A52C1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59388" y="1188774"/>
              <a:ext cx="914400" cy="914400"/>
            </a:xfrm>
            <a:prstGeom prst="rect">
              <a:avLst/>
            </a:prstGeom>
          </p:spPr>
        </p:pic>
        <p:sp>
          <p:nvSpPr>
            <p:cNvPr id="131" name="TextBox 129">
              <a:extLst>
                <a:ext uri="{FF2B5EF4-FFF2-40B4-BE49-F238E27FC236}">
                  <a16:creationId xmlns:a16="http://schemas.microsoft.com/office/drawing/2014/main" id="{499C9B28-C6D9-49A9-8039-CDAB6AC60157}"/>
                </a:ext>
              </a:extLst>
            </p:cNvPr>
            <p:cNvSpPr txBox="1"/>
            <p:nvPr/>
          </p:nvSpPr>
          <p:spPr>
            <a:xfrm>
              <a:off x="696991" y="1774190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19,6%</a:t>
              </a:r>
            </a:p>
          </p:txBody>
        </p:sp>
      </p:grpSp>
      <p:grpSp>
        <p:nvGrpSpPr>
          <p:cNvPr id="132" name="Group 130">
            <a:extLst>
              <a:ext uri="{FF2B5EF4-FFF2-40B4-BE49-F238E27FC236}">
                <a16:creationId xmlns:a16="http://schemas.microsoft.com/office/drawing/2014/main" id="{CB170268-B7CD-4391-9A86-D2D1839D0877}"/>
              </a:ext>
            </a:extLst>
          </p:cNvPr>
          <p:cNvGrpSpPr/>
          <p:nvPr/>
        </p:nvGrpSpPr>
        <p:grpSpPr>
          <a:xfrm>
            <a:off x="9748233" y="2318118"/>
            <a:ext cx="1259970" cy="1541744"/>
            <a:chOff x="118155" y="2158246"/>
            <a:chExt cx="1259970" cy="1541744"/>
          </a:xfrm>
        </p:grpSpPr>
        <p:grpSp>
          <p:nvGrpSpPr>
            <p:cNvPr id="133" name="Group 131">
              <a:extLst>
                <a:ext uri="{FF2B5EF4-FFF2-40B4-BE49-F238E27FC236}">
                  <a16:creationId xmlns:a16="http://schemas.microsoft.com/office/drawing/2014/main" id="{6747F859-C1BE-412F-B2E3-0EFC92F59927}"/>
                </a:ext>
              </a:extLst>
            </p:cNvPr>
            <p:cNvGrpSpPr/>
            <p:nvPr/>
          </p:nvGrpSpPr>
          <p:grpSpPr>
            <a:xfrm>
              <a:off x="118155" y="2158246"/>
              <a:ext cx="914400" cy="1416979"/>
              <a:chOff x="147568" y="2783625"/>
              <a:chExt cx="914400" cy="1416979"/>
            </a:xfrm>
          </p:grpSpPr>
          <p:pic>
            <p:nvPicPr>
              <p:cNvPr id="135" name="Graphic 133" descr="Check In with solid fill">
                <a:extLst>
                  <a:ext uri="{FF2B5EF4-FFF2-40B4-BE49-F238E27FC236}">
                    <a16:creationId xmlns:a16="http://schemas.microsoft.com/office/drawing/2014/main" id="{1736F3BC-2DB3-4CC4-9247-FEB321ED67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147568" y="2783625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36" name="Graphic 134" descr="Car with solid fill">
                <a:extLst>
                  <a:ext uri="{FF2B5EF4-FFF2-40B4-BE49-F238E27FC236}">
                    <a16:creationId xmlns:a16="http://schemas.microsoft.com/office/drawing/2014/main" id="{61EA853A-2FC5-47C6-8A85-D8D9E94D4D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292722" y="3520655"/>
                <a:ext cx="679949" cy="679949"/>
              </a:xfrm>
              <a:prstGeom prst="rect">
                <a:avLst/>
              </a:prstGeom>
            </p:spPr>
          </p:pic>
        </p:grpSp>
        <p:sp>
          <p:nvSpPr>
            <p:cNvPr id="134" name="TextBox 132">
              <a:extLst>
                <a:ext uri="{FF2B5EF4-FFF2-40B4-BE49-F238E27FC236}">
                  <a16:creationId xmlns:a16="http://schemas.microsoft.com/office/drawing/2014/main" id="{D2371DFA-474E-4A33-B54A-A4A99FB96D7F}"/>
                </a:ext>
              </a:extLst>
            </p:cNvPr>
            <p:cNvSpPr txBox="1"/>
            <p:nvPr/>
          </p:nvSpPr>
          <p:spPr>
            <a:xfrm>
              <a:off x="288784" y="3330658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5,6%</a:t>
              </a:r>
            </a:p>
          </p:txBody>
        </p:sp>
      </p:grpSp>
      <p:grpSp>
        <p:nvGrpSpPr>
          <p:cNvPr id="137" name="Group 135">
            <a:extLst>
              <a:ext uri="{FF2B5EF4-FFF2-40B4-BE49-F238E27FC236}">
                <a16:creationId xmlns:a16="http://schemas.microsoft.com/office/drawing/2014/main" id="{9675F1F5-E424-4C96-BCBE-D7B772F36D88}"/>
              </a:ext>
            </a:extLst>
          </p:cNvPr>
          <p:cNvGrpSpPr/>
          <p:nvPr/>
        </p:nvGrpSpPr>
        <p:grpSpPr>
          <a:xfrm>
            <a:off x="10978096" y="2281135"/>
            <a:ext cx="1282542" cy="1606638"/>
            <a:chOff x="1325986" y="2090815"/>
            <a:chExt cx="1282542" cy="1606638"/>
          </a:xfrm>
        </p:grpSpPr>
        <p:grpSp>
          <p:nvGrpSpPr>
            <p:cNvPr id="138" name="Group 136">
              <a:extLst>
                <a:ext uri="{FF2B5EF4-FFF2-40B4-BE49-F238E27FC236}">
                  <a16:creationId xmlns:a16="http://schemas.microsoft.com/office/drawing/2014/main" id="{8C23435D-C028-4871-8A47-C27F6F0DEE84}"/>
                </a:ext>
              </a:extLst>
            </p:cNvPr>
            <p:cNvGrpSpPr/>
            <p:nvPr/>
          </p:nvGrpSpPr>
          <p:grpSpPr>
            <a:xfrm>
              <a:off x="1325986" y="2090815"/>
              <a:ext cx="914400" cy="1367810"/>
              <a:chOff x="1053414" y="2808526"/>
              <a:chExt cx="914400" cy="1367810"/>
            </a:xfrm>
          </p:grpSpPr>
          <p:pic>
            <p:nvPicPr>
              <p:cNvPr id="140" name="Graphic 138" descr="Check In with solid fill">
                <a:extLst>
                  <a:ext uri="{FF2B5EF4-FFF2-40B4-BE49-F238E27FC236}">
                    <a16:creationId xmlns:a16="http://schemas.microsoft.com/office/drawing/2014/main" id="{CF97270F-8A2D-4A1F-B8EC-6AD2108B6E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1053414" y="280852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41" name="Graphic 139" descr="Motorcycle with solid fill">
                <a:extLst>
                  <a:ext uri="{FF2B5EF4-FFF2-40B4-BE49-F238E27FC236}">
                    <a16:creationId xmlns:a16="http://schemas.microsoft.com/office/drawing/2014/main" id="{4F51FAEA-E08A-4765-B367-E9B47531BF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1193259" y="3589758"/>
                <a:ext cx="586578" cy="586578"/>
              </a:xfrm>
              <a:prstGeom prst="rect">
                <a:avLst/>
              </a:prstGeom>
            </p:spPr>
          </p:pic>
        </p:grpSp>
        <p:sp>
          <p:nvSpPr>
            <p:cNvPr id="139" name="TextBox 137">
              <a:extLst>
                <a:ext uri="{FF2B5EF4-FFF2-40B4-BE49-F238E27FC236}">
                  <a16:creationId xmlns:a16="http://schemas.microsoft.com/office/drawing/2014/main" id="{0CF35A28-2B16-4789-88A7-DC8926884E37}"/>
                </a:ext>
              </a:extLst>
            </p:cNvPr>
            <p:cNvSpPr txBox="1"/>
            <p:nvPr/>
          </p:nvSpPr>
          <p:spPr>
            <a:xfrm>
              <a:off x="1519187" y="3328121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0,9%</a:t>
              </a:r>
            </a:p>
          </p:txBody>
        </p:sp>
      </p:grpSp>
      <p:grpSp>
        <p:nvGrpSpPr>
          <p:cNvPr id="142" name="Group 140">
            <a:extLst>
              <a:ext uri="{FF2B5EF4-FFF2-40B4-BE49-F238E27FC236}">
                <a16:creationId xmlns:a16="http://schemas.microsoft.com/office/drawing/2014/main" id="{2562BC29-1096-4F84-8039-7932FDDA9824}"/>
              </a:ext>
            </a:extLst>
          </p:cNvPr>
          <p:cNvGrpSpPr/>
          <p:nvPr/>
        </p:nvGrpSpPr>
        <p:grpSpPr>
          <a:xfrm>
            <a:off x="8432714" y="2505838"/>
            <a:ext cx="1239176" cy="1031732"/>
            <a:chOff x="2254392" y="2384153"/>
            <a:chExt cx="1239176" cy="1031732"/>
          </a:xfrm>
        </p:grpSpPr>
        <p:pic>
          <p:nvPicPr>
            <p:cNvPr id="143" name="Graphic 141" descr="Taxi with solid fill">
              <a:extLst>
                <a:ext uri="{FF2B5EF4-FFF2-40B4-BE49-F238E27FC236}">
                  <a16:creationId xmlns:a16="http://schemas.microsoft.com/office/drawing/2014/main" id="{E1CA4DF3-5EEC-455D-8833-645265437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2254392" y="2384153"/>
              <a:ext cx="914400" cy="914400"/>
            </a:xfrm>
            <a:prstGeom prst="rect">
              <a:avLst/>
            </a:prstGeom>
          </p:spPr>
        </p:pic>
        <p:sp>
          <p:nvSpPr>
            <p:cNvPr id="144" name="TextBox 142">
              <a:extLst>
                <a:ext uri="{FF2B5EF4-FFF2-40B4-BE49-F238E27FC236}">
                  <a16:creationId xmlns:a16="http://schemas.microsoft.com/office/drawing/2014/main" id="{BA5F3697-E8BE-4946-8A4F-9129E1A88129}"/>
                </a:ext>
              </a:extLst>
            </p:cNvPr>
            <p:cNvSpPr txBox="1"/>
            <p:nvPr/>
          </p:nvSpPr>
          <p:spPr>
            <a:xfrm>
              <a:off x="2404227" y="3046553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2,8%</a:t>
              </a:r>
            </a:p>
          </p:txBody>
        </p:sp>
      </p:grpSp>
      <p:grpSp>
        <p:nvGrpSpPr>
          <p:cNvPr id="145" name="Group 143">
            <a:extLst>
              <a:ext uri="{FF2B5EF4-FFF2-40B4-BE49-F238E27FC236}">
                <a16:creationId xmlns:a16="http://schemas.microsoft.com/office/drawing/2014/main" id="{9CDF58DC-0F61-4A88-8145-B68BC64ED8BD}"/>
              </a:ext>
            </a:extLst>
          </p:cNvPr>
          <p:cNvGrpSpPr/>
          <p:nvPr/>
        </p:nvGrpSpPr>
        <p:grpSpPr>
          <a:xfrm>
            <a:off x="9928349" y="967706"/>
            <a:ext cx="1262771" cy="954473"/>
            <a:chOff x="1242771" y="2383375"/>
            <a:chExt cx="1262771" cy="954473"/>
          </a:xfrm>
        </p:grpSpPr>
        <p:pic>
          <p:nvPicPr>
            <p:cNvPr id="146" name="Graphic 144" descr="Bus with solid fill">
              <a:extLst>
                <a:ext uri="{FF2B5EF4-FFF2-40B4-BE49-F238E27FC236}">
                  <a16:creationId xmlns:a16="http://schemas.microsoft.com/office/drawing/2014/main" id="{3655B9F6-03EB-4E62-8E64-FA4B9652B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242771" y="2383375"/>
              <a:ext cx="914400" cy="914400"/>
            </a:xfrm>
            <a:prstGeom prst="rect">
              <a:avLst/>
            </a:prstGeom>
          </p:spPr>
        </p:pic>
        <p:sp>
          <p:nvSpPr>
            <p:cNvPr id="147" name="TextBox 145">
              <a:extLst>
                <a:ext uri="{FF2B5EF4-FFF2-40B4-BE49-F238E27FC236}">
                  <a16:creationId xmlns:a16="http://schemas.microsoft.com/office/drawing/2014/main" id="{38741C47-87C5-471A-9FD4-D29CDD247734}"/>
                </a:ext>
              </a:extLst>
            </p:cNvPr>
            <p:cNvSpPr txBox="1"/>
            <p:nvPr/>
          </p:nvSpPr>
          <p:spPr>
            <a:xfrm>
              <a:off x="1416201" y="2968516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1,8%</a:t>
              </a:r>
            </a:p>
          </p:txBody>
        </p:sp>
      </p:grpSp>
      <p:grpSp>
        <p:nvGrpSpPr>
          <p:cNvPr id="148" name="Group 146">
            <a:extLst>
              <a:ext uri="{FF2B5EF4-FFF2-40B4-BE49-F238E27FC236}">
                <a16:creationId xmlns:a16="http://schemas.microsoft.com/office/drawing/2014/main" id="{4CB31824-814F-4738-BBB3-EE6A5C8F38E0}"/>
              </a:ext>
            </a:extLst>
          </p:cNvPr>
          <p:cNvGrpSpPr/>
          <p:nvPr/>
        </p:nvGrpSpPr>
        <p:grpSpPr>
          <a:xfrm>
            <a:off x="10616348" y="4731607"/>
            <a:ext cx="1243596" cy="1182505"/>
            <a:chOff x="794381" y="3699962"/>
            <a:chExt cx="1243596" cy="1182505"/>
          </a:xfrm>
        </p:grpSpPr>
        <p:pic>
          <p:nvPicPr>
            <p:cNvPr id="149" name="Graphic 147" descr="Cycling with solid fill">
              <a:extLst>
                <a:ext uri="{FF2B5EF4-FFF2-40B4-BE49-F238E27FC236}">
                  <a16:creationId xmlns:a16="http://schemas.microsoft.com/office/drawing/2014/main" id="{AD5860D0-8687-4E3B-B8FA-864738F9F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794381" y="3699962"/>
              <a:ext cx="914400" cy="914400"/>
            </a:xfrm>
            <a:prstGeom prst="rect">
              <a:avLst/>
            </a:prstGeom>
          </p:spPr>
        </p:pic>
        <p:sp>
          <p:nvSpPr>
            <p:cNvPr id="150" name="TextBox 148">
              <a:extLst>
                <a:ext uri="{FF2B5EF4-FFF2-40B4-BE49-F238E27FC236}">
                  <a16:creationId xmlns:a16="http://schemas.microsoft.com/office/drawing/2014/main" id="{D998DB59-BFCC-476D-B498-CE0656087B01}"/>
                </a:ext>
              </a:extLst>
            </p:cNvPr>
            <p:cNvSpPr txBox="1"/>
            <p:nvPr/>
          </p:nvSpPr>
          <p:spPr>
            <a:xfrm>
              <a:off x="948636" y="4513135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13,8%</a:t>
              </a:r>
            </a:p>
          </p:txBody>
        </p:sp>
      </p:grpSp>
      <p:grpSp>
        <p:nvGrpSpPr>
          <p:cNvPr id="151" name="Group 149">
            <a:extLst>
              <a:ext uri="{FF2B5EF4-FFF2-40B4-BE49-F238E27FC236}">
                <a16:creationId xmlns:a16="http://schemas.microsoft.com/office/drawing/2014/main" id="{41E592CD-8498-475A-8481-CCC6C5C4E1F9}"/>
              </a:ext>
            </a:extLst>
          </p:cNvPr>
          <p:cNvGrpSpPr/>
          <p:nvPr/>
        </p:nvGrpSpPr>
        <p:grpSpPr>
          <a:xfrm>
            <a:off x="9478159" y="4764671"/>
            <a:ext cx="1141749" cy="1157882"/>
            <a:chOff x="1650899" y="4483302"/>
            <a:chExt cx="1141749" cy="1157882"/>
          </a:xfrm>
        </p:grpSpPr>
        <p:pic>
          <p:nvPicPr>
            <p:cNvPr id="152" name="Graphic 150" descr="Walk with solid fill">
              <a:extLst>
                <a:ext uri="{FF2B5EF4-FFF2-40B4-BE49-F238E27FC236}">
                  <a16:creationId xmlns:a16="http://schemas.microsoft.com/office/drawing/2014/main" id="{F15CB37D-FD76-4182-A009-6228A12D1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650899" y="4483302"/>
              <a:ext cx="914400" cy="914400"/>
            </a:xfrm>
            <a:prstGeom prst="rect">
              <a:avLst/>
            </a:prstGeom>
          </p:spPr>
        </p:pic>
        <p:sp>
          <p:nvSpPr>
            <p:cNvPr id="153" name="TextBox 151">
              <a:extLst>
                <a:ext uri="{FF2B5EF4-FFF2-40B4-BE49-F238E27FC236}">
                  <a16:creationId xmlns:a16="http://schemas.microsoft.com/office/drawing/2014/main" id="{1A66691F-888D-4B35-94C8-F05B816690AF}"/>
                </a:ext>
              </a:extLst>
            </p:cNvPr>
            <p:cNvSpPr txBox="1"/>
            <p:nvPr/>
          </p:nvSpPr>
          <p:spPr>
            <a:xfrm>
              <a:off x="1703307" y="5271852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3,2%</a:t>
              </a:r>
            </a:p>
          </p:txBody>
        </p:sp>
      </p:grpSp>
      <p:grpSp>
        <p:nvGrpSpPr>
          <p:cNvPr id="157" name="Group 155">
            <a:extLst>
              <a:ext uri="{FF2B5EF4-FFF2-40B4-BE49-F238E27FC236}">
                <a16:creationId xmlns:a16="http://schemas.microsoft.com/office/drawing/2014/main" id="{3006AF4B-4A51-483C-9482-9573D2C3BF52}"/>
              </a:ext>
            </a:extLst>
          </p:cNvPr>
          <p:cNvGrpSpPr/>
          <p:nvPr/>
        </p:nvGrpSpPr>
        <p:grpSpPr>
          <a:xfrm>
            <a:off x="9314386" y="3683302"/>
            <a:ext cx="1206036" cy="1062131"/>
            <a:chOff x="198111" y="1243489"/>
            <a:chExt cx="1206036" cy="1062131"/>
          </a:xfrm>
        </p:grpSpPr>
        <p:sp>
          <p:nvSpPr>
            <p:cNvPr id="158" name="TextBox 156">
              <a:extLst>
                <a:ext uri="{FF2B5EF4-FFF2-40B4-BE49-F238E27FC236}">
                  <a16:creationId xmlns:a16="http://schemas.microsoft.com/office/drawing/2014/main" id="{F063A75A-C922-4593-A608-A9008291FADB}"/>
                </a:ext>
              </a:extLst>
            </p:cNvPr>
            <p:cNvSpPr txBox="1"/>
            <p:nvPr/>
          </p:nvSpPr>
          <p:spPr>
            <a:xfrm>
              <a:off x="314806" y="1936288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36,3%</a:t>
              </a:r>
            </a:p>
          </p:txBody>
        </p:sp>
        <p:pic>
          <p:nvPicPr>
            <p:cNvPr id="159" name="Graphic 157" descr="Motorcycle with solid fill">
              <a:extLst>
                <a:ext uri="{FF2B5EF4-FFF2-40B4-BE49-F238E27FC236}">
                  <a16:creationId xmlns:a16="http://schemas.microsoft.com/office/drawing/2014/main" id="{369B7C03-56A8-4BD6-8FF2-6D82F98FC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98111" y="1243489"/>
              <a:ext cx="914400" cy="914400"/>
            </a:xfrm>
            <a:prstGeom prst="rect">
              <a:avLst/>
            </a:prstGeom>
          </p:spPr>
        </p:pic>
      </p:grpSp>
      <p:grpSp>
        <p:nvGrpSpPr>
          <p:cNvPr id="168" name="Group 166">
            <a:extLst>
              <a:ext uri="{FF2B5EF4-FFF2-40B4-BE49-F238E27FC236}">
                <a16:creationId xmlns:a16="http://schemas.microsoft.com/office/drawing/2014/main" id="{1078B7A2-FFA3-455A-BFFD-CF1797225E0C}"/>
              </a:ext>
            </a:extLst>
          </p:cNvPr>
          <p:cNvGrpSpPr/>
          <p:nvPr/>
        </p:nvGrpSpPr>
        <p:grpSpPr>
          <a:xfrm>
            <a:off x="8499654" y="946864"/>
            <a:ext cx="1255720" cy="1078876"/>
            <a:chOff x="1259654" y="1234312"/>
            <a:chExt cx="1255720" cy="1078876"/>
          </a:xfrm>
        </p:grpSpPr>
        <p:sp>
          <p:nvSpPr>
            <p:cNvPr id="169" name="TextBox 167">
              <a:extLst>
                <a:ext uri="{FF2B5EF4-FFF2-40B4-BE49-F238E27FC236}">
                  <a16:creationId xmlns:a16="http://schemas.microsoft.com/office/drawing/2014/main" id="{BAE6A784-534C-46FF-9BCE-28D19364FA97}"/>
                </a:ext>
              </a:extLst>
            </p:cNvPr>
            <p:cNvSpPr txBox="1"/>
            <p:nvPr/>
          </p:nvSpPr>
          <p:spPr>
            <a:xfrm>
              <a:off x="1337247" y="1943856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12,8%</a:t>
              </a:r>
            </a:p>
          </p:txBody>
        </p:sp>
        <p:pic>
          <p:nvPicPr>
            <p:cNvPr id="170" name="Graphic 168" descr="Bus outline">
              <a:extLst>
                <a:ext uri="{FF2B5EF4-FFF2-40B4-BE49-F238E27FC236}">
                  <a16:creationId xmlns:a16="http://schemas.microsoft.com/office/drawing/2014/main" id="{F2114F98-C160-473C-942F-79EA784FE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1259654" y="1234312"/>
              <a:ext cx="914400" cy="914400"/>
            </a:xfrm>
            <a:prstGeom prst="rect">
              <a:avLst/>
            </a:prstGeom>
          </p:spPr>
        </p:pic>
        <p:sp>
          <p:nvSpPr>
            <p:cNvPr id="171" name="TextBox 49">
              <a:extLst>
                <a:ext uri="{FF2B5EF4-FFF2-40B4-BE49-F238E27FC236}">
                  <a16:creationId xmlns:a16="http://schemas.microsoft.com/office/drawing/2014/main" id="{613568BB-79CB-49FA-876B-AA8ECE9D4BF6}"/>
                </a:ext>
              </a:extLst>
            </p:cNvPr>
            <p:cNvSpPr txBox="1"/>
            <p:nvPr/>
          </p:nvSpPr>
          <p:spPr>
            <a:xfrm>
              <a:off x="1426033" y="1598323"/>
              <a:ext cx="108934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s-CO"/>
              </a:defPPr>
              <a:lvl1pPr marL="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CO" dirty="0">
                  <a:solidFill>
                    <a:srgbClr val="4884A7"/>
                  </a:solidFill>
                </a:rPr>
                <a:t>MIO</a:t>
              </a:r>
            </a:p>
          </p:txBody>
        </p:sp>
      </p:grpSp>
      <p:sp>
        <p:nvSpPr>
          <p:cNvPr id="172" name="Google Shape;62;p14">
            <a:extLst>
              <a:ext uri="{FF2B5EF4-FFF2-40B4-BE49-F238E27FC236}">
                <a16:creationId xmlns:a16="http://schemas.microsoft.com/office/drawing/2014/main" id="{A83EAEC1-393E-4524-A5B3-0E6764EDF97D}"/>
              </a:ext>
            </a:extLst>
          </p:cNvPr>
          <p:cNvSpPr txBox="1"/>
          <p:nvPr/>
        </p:nvSpPr>
        <p:spPr>
          <a:xfrm>
            <a:off x="3173070" y="1075776"/>
            <a:ext cx="5845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4800" b="1">
                <a:solidFill>
                  <a:srgbClr val="78458B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s-419" sz="2800" dirty="0">
                <a:solidFill>
                  <a:srgbClr val="55257D"/>
                </a:solidFill>
                <a:sym typeface="Calibri"/>
              </a:rPr>
              <a:t>Representación de modos Cali</a:t>
            </a:r>
            <a:endParaRPr sz="2800" dirty="0">
              <a:solidFill>
                <a:srgbClr val="55257D"/>
              </a:solidFill>
            </a:endParaRPr>
          </a:p>
        </p:txBody>
      </p:sp>
      <p:grpSp>
        <p:nvGrpSpPr>
          <p:cNvPr id="77" name="Group 8">
            <a:extLst>
              <a:ext uri="{FF2B5EF4-FFF2-40B4-BE49-F238E27FC236}">
                <a16:creationId xmlns:a16="http://schemas.microsoft.com/office/drawing/2014/main" id="{455FE7D7-EF9D-4BFC-8F94-CB357F9C92FE}"/>
              </a:ext>
            </a:extLst>
          </p:cNvPr>
          <p:cNvGrpSpPr/>
          <p:nvPr/>
        </p:nvGrpSpPr>
        <p:grpSpPr>
          <a:xfrm>
            <a:off x="2983224" y="2165252"/>
            <a:ext cx="1267794" cy="1562394"/>
            <a:chOff x="1325986" y="2090815"/>
            <a:chExt cx="1267794" cy="1562394"/>
          </a:xfrm>
        </p:grpSpPr>
        <p:grpSp>
          <p:nvGrpSpPr>
            <p:cNvPr id="78" name="Group 45">
              <a:extLst>
                <a:ext uri="{FF2B5EF4-FFF2-40B4-BE49-F238E27FC236}">
                  <a16:creationId xmlns:a16="http://schemas.microsoft.com/office/drawing/2014/main" id="{6ED8A06E-2916-4A53-A151-4AC8081B6D7B}"/>
                </a:ext>
              </a:extLst>
            </p:cNvPr>
            <p:cNvGrpSpPr/>
            <p:nvPr/>
          </p:nvGrpSpPr>
          <p:grpSpPr>
            <a:xfrm>
              <a:off x="1325986" y="2090815"/>
              <a:ext cx="914400" cy="1367810"/>
              <a:chOff x="1053414" y="2808526"/>
              <a:chExt cx="914400" cy="1367810"/>
            </a:xfrm>
          </p:grpSpPr>
          <p:pic>
            <p:nvPicPr>
              <p:cNvPr id="80" name="Graphic 41" descr="Check In with solid fill">
                <a:extLst>
                  <a:ext uri="{FF2B5EF4-FFF2-40B4-BE49-F238E27FC236}">
                    <a16:creationId xmlns:a16="http://schemas.microsoft.com/office/drawing/2014/main" id="{15C6A7BD-53EA-4551-A96E-C06F9CD020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053414" y="280852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81" name="Graphic 42" descr="Motorcycle with solid fill">
                <a:extLst>
                  <a:ext uri="{FF2B5EF4-FFF2-40B4-BE49-F238E27FC236}">
                    <a16:creationId xmlns:a16="http://schemas.microsoft.com/office/drawing/2014/main" id="{1B5156E8-41A9-4205-9490-903D86AD83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1193259" y="3589758"/>
                <a:ext cx="586578" cy="586578"/>
              </a:xfrm>
              <a:prstGeom prst="rect">
                <a:avLst/>
              </a:prstGeom>
            </p:spPr>
          </p:pic>
        </p:grpSp>
        <p:sp>
          <p:nvSpPr>
            <p:cNvPr id="79" name="TextBox 47">
              <a:extLst>
                <a:ext uri="{FF2B5EF4-FFF2-40B4-BE49-F238E27FC236}">
                  <a16:creationId xmlns:a16="http://schemas.microsoft.com/office/drawing/2014/main" id="{A7BE59C3-B09F-4670-965F-19CDE97F2BCA}"/>
                </a:ext>
              </a:extLst>
            </p:cNvPr>
            <p:cNvSpPr txBox="1"/>
            <p:nvPr/>
          </p:nvSpPr>
          <p:spPr>
            <a:xfrm>
              <a:off x="1504439" y="3283877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4,2%</a:t>
              </a:r>
            </a:p>
          </p:txBody>
        </p:sp>
      </p:grpSp>
      <p:sp>
        <p:nvSpPr>
          <p:cNvPr id="93" name="TextBox 59">
            <a:extLst>
              <a:ext uri="{FF2B5EF4-FFF2-40B4-BE49-F238E27FC236}">
                <a16:creationId xmlns:a16="http://schemas.microsoft.com/office/drawing/2014/main" id="{49809F08-6688-489C-8D41-3434C00B67CA}"/>
              </a:ext>
            </a:extLst>
          </p:cNvPr>
          <p:cNvSpPr txBox="1"/>
          <p:nvPr/>
        </p:nvSpPr>
        <p:spPr>
          <a:xfrm>
            <a:off x="5024283" y="5553221"/>
            <a:ext cx="198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435 participantes</a:t>
            </a:r>
          </a:p>
        </p:txBody>
      </p:sp>
    </p:spTree>
    <p:extLst>
      <p:ext uri="{BB962C8B-B14F-4D97-AF65-F5344CB8AC3E}">
        <p14:creationId xmlns:p14="http://schemas.microsoft.com/office/powerpoint/2010/main" val="26545914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C94F2-6E84-C8BA-9A2E-B8C8493B1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610BC94-4041-2190-71AF-8771A0BF7B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4884A7"/>
          </a:solidFill>
        </p:spPr>
      </p:pic>
      <p:sp>
        <p:nvSpPr>
          <p:cNvPr id="2" name="Google Shape;62;p14">
            <a:extLst>
              <a:ext uri="{FF2B5EF4-FFF2-40B4-BE49-F238E27FC236}">
                <a16:creationId xmlns:a16="http://schemas.microsoft.com/office/drawing/2014/main" id="{E5003418-46D4-8CCE-4FE2-14B54DA67860}"/>
              </a:ext>
            </a:extLst>
          </p:cNvPr>
          <p:cNvSpPr txBox="1"/>
          <p:nvPr/>
        </p:nvSpPr>
        <p:spPr>
          <a:xfrm>
            <a:off x="2923988" y="1075776"/>
            <a:ext cx="5845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4800" b="1">
                <a:solidFill>
                  <a:srgbClr val="78458B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s-419" sz="2800" dirty="0">
                <a:solidFill>
                  <a:srgbClr val="55257D"/>
                </a:solidFill>
                <a:sym typeface="Calibri"/>
              </a:rPr>
              <a:t>Representación de modos Medellín</a:t>
            </a:r>
            <a:endParaRPr sz="2800" dirty="0">
              <a:solidFill>
                <a:srgbClr val="55257D"/>
              </a:solidFill>
            </a:endParaRP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786871F0-0CDF-B5D6-EF77-148ADFF8A7A1}"/>
              </a:ext>
            </a:extLst>
          </p:cNvPr>
          <p:cNvGraphicFramePr/>
          <p:nvPr>
            <p:extLst/>
          </p:nvPr>
        </p:nvGraphicFramePr>
        <p:xfrm>
          <a:off x="3084284" y="1483576"/>
          <a:ext cx="6023429" cy="4298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6" name="Graphic 15" descr="Woman with solid fill">
            <a:extLst>
              <a:ext uri="{FF2B5EF4-FFF2-40B4-BE49-F238E27FC236}">
                <a16:creationId xmlns:a16="http://schemas.microsoft.com/office/drawing/2014/main" id="{C3DC1942-382C-4854-71A9-1D1FCED3DC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93179" y="3004457"/>
            <a:ext cx="1387136" cy="1387136"/>
          </a:xfrm>
          <a:prstGeom prst="rect">
            <a:avLst/>
          </a:prstGeom>
        </p:spPr>
      </p:pic>
      <p:pic>
        <p:nvPicPr>
          <p:cNvPr id="17" name="Graphic 16" descr="Man with solid fill">
            <a:extLst>
              <a:ext uri="{FF2B5EF4-FFF2-40B4-BE49-F238E27FC236}">
                <a16:creationId xmlns:a16="http://schemas.microsoft.com/office/drawing/2014/main" id="{1E3206F9-2138-BBC4-C472-C4011C24D7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0946" y="3004458"/>
            <a:ext cx="1387136" cy="1387136"/>
          </a:xfrm>
          <a:prstGeom prst="rect">
            <a:avLst/>
          </a:prstGeom>
        </p:spPr>
      </p:pic>
      <p:sp>
        <p:nvSpPr>
          <p:cNvPr id="93" name="TextBox 50">
            <a:extLst>
              <a:ext uri="{FF2B5EF4-FFF2-40B4-BE49-F238E27FC236}">
                <a16:creationId xmlns:a16="http://schemas.microsoft.com/office/drawing/2014/main" id="{C67226DC-B19A-4C57-81E3-11C2260A5EAD}"/>
              </a:ext>
            </a:extLst>
          </p:cNvPr>
          <p:cNvSpPr txBox="1"/>
          <p:nvPr/>
        </p:nvSpPr>
        <p:spPr>
          <a:xfrm>
            <a:off x="6858037" y="4441828"/>
            <a:ext cx="1089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chemeClr val="bg1"/>
                </a:solidFill>
              </a:rPr>
              <a:t>46,3%</a:t>
            </a:r>
          </a:p>
        </p:txBody>
      </p:sp>
      <p:sp>
        <p:nvSpPr>
          <p:cNvPr id="94" name="TextBox 50">
            <a:extLst>
              <a:ext uri="{FF2B5EF4-FFF2-40B4-BE49-F238E27FC236}">
                <a16:creationId xmlns:a16="http://schemas.microsoft.com/office/drawing/2014/main" id="{78AF7A47-1A82-4674-953E-A1C019216230}"/>
              </a:ext>
            </a:extLst>
          </p:cNvPr>
          <p:cNvSpPr txBox="1"/>
          <p:nvPr/>
        </p:nvSpPr>
        <p:spPr>
          <a:xfrm>
            <a:off x="4710036" y="4391834"/>
            <a:ext cx="1089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chemeClr val="bg1"/>
                </a:solidFill>
              </a:rPr>
              <a:t>53,7%</a:t>
            </a:r>
          </a:p>
        </p:txBody>
      </p:sp>
      <p:grpSp>
        <p:nvGrpSpPr>
          <p:cNvPr id="177" name="Group 6">
            <a:extLst>
              <a:ext uri="{FF2B5EF4-FFF2-40B4-BE49-F238E27FC236}">
                <a16:creationId xmlns:a16="http://schemas.microsoft.com/office/drawing/2014/main" id="{DB95FB81-5910-41C9-A729-306F286A5F91}"/>
              </a:ext>
            </a:extLst>
          </p:cNvPr>
          <p:cNvGrpSpPr/>
          <p:nvPr/>
        </p:nvGrpSpPr>
        <p:grpSpPr>
          <a:xfrm>
            <a:off x="996711" y="3755164"/>
            <a:ext cx="1236657" cy="933446"/>
            <a:chOff x="549675" y="1210076"/>
            <a:chExt cx="1236657" cy="933446"/>
          </a:xfrm>
        </p:grpSpPr>
        <p:pic>
          <p:nvPicPr>
            <p:cNvPr id="178" name="Graphic 20" descr="Car with solid fill">
              <a:extLst>
                <a:ext uri="{FF2B5EF4-FFF2-40B4-BE49-F238E27FC236}">
                  <a16:creationId xmlns:a16="http://schemas.microsoft.com/office/drawing/2014/main" id="{E1B5A06A-3035-469C-90BE-817B1E222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49675" y="1210076"/>
              <a:ext cx="914400" cy="914400"/>
            </a:xfrm>
            <a:prstGeom prst="rect">
              <a:avLst/>
            </a:prstGeom>
          </p:spPr>
        </p:pic>
        <p:sp>
          <p:nvSpPr>
            <p:cNvPr id="179" name="TextBox 39">
              <a:extLst>
                <a:ext uri="{FF2B5EF4-FFF2-40B4-BE49-F238E27FC236}">
                  <a16:creationId xmlns:a16="http://schemas.microsoft.com/office/drawing/2014/main" id="{4F254240-DB2B-4B29-99B0-672DD79F3F57}"/>
                </a:ext>
              </a:extLst>
            </p:cNvPr>
            <p:cNvSpPr txBox="1"/>
            <p:nvPr/>
          </p:nvSpPr>
          <p:spPr>
            <a:xfrm>
              <a:off x="696991" y="1774190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5,2%</a:t>
              </a:r>
            </a:p>
          </p:txBody>
        </p:sp>
      </p:grpSp>
      <p:grpSp>
        <p:nvGrpSpPr>
          <p:cNvPr id="180" name="Group 5">
            <a:extLst>
              <a:ext uri="{FF2B5EF4-FFF2-40B4-BE49-F238E27FC236}">
                <a16:creationId xmlns:a16="http://schemas.microsoft.com/office/drawing/2014/main" id="{F7600673-0350-41E0-BA8D-DE27F6DC8984}"/>
              </a:ext>
            </a:extLst>
          </p:cNvPr>
          <p:cNvGrpSpPr/>
          <p:nvPr/>
        </p:nvGrpSpPr>
        <p:grpSpPr>
          <a:xfrm>
            <a:off x="2011193" y="3670631"/>
            <a:ext cx="1192887" cy="1065464"/>
            <a:chOff x="2035267" y="1199119"/>
            <a:chExt cx="1192887" cy="1065464"/>
          </a:xfrm>
        </p:grpSpPr>
        <p:pic>
          <p:nvPicPr>
            <p:cNvPr id="181" name="Graphic 22" descr="Motorcycle with solid fill">
              <a:extLst>
                <a:ext uri="{FF2B5EF4-FFF2-40B4-BE49-F238E27FC236}">
                  <a16:creationId xmlns:a16="http://schemas.microsoft.com/office/drawing/2014/main" id="{78E9455F-D273-46A4-BDCA-5B1C9EB9A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035267" y="1199119"/>
              <a:ext cx="914400" cy="914400"/>
            </a:xfrm>
            <a:prstGeom prst="rect">
              <a:avLst/>
            </a:prstGeom>
          </p:spPr>
        </p:pic>
        <p:sp>
          <p:nvSpPr>
            <p:cNvPr id="182" name="TextBox 43">
              <a:extLst>
                <a:ext uri="{FF2B5EF4-FFF2-40B4-BE49-F238E27FC236}">
                  <a16:creationId xmlns:a16="http://schemas.microsoft.com/office/drawing/2014/main" id="{C4A985C9-C4B2-4C1C-8501-0B3D81B6A4C3}"/>
                </a:ext>
              </a:extLst>
            </p:cNvPr>
            <p:cNvSpPr txBox="1"/>
            <p:nvPr/>
          </p:nvSpPr>
          <p:spPr>
            <a:xfrm>
              <a:off x="2138813" y="1895251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13,4%</a:t>
              </a:r>
            </a:p>
          </p:txBody>
        </p:sp>
      </p:grpSp>
      <p:grpSp>
        <p:nvGrpSpPr>
          <p:cNvPr id="183" name="Group 8">
            <a:extLst>
              <a:ext uri="{FF2B5EF4-FFF2-40B4-BE49-F238E27FC236}">
                <a16:creationId xmlns:a16="http://schemas.microsoft.com/office/drawing/2014/main" id="{0D17C3E8-07CC-4A4E-91D7-BFEDF312DDAB}"/>
              </a:ext>
            </a:extLst>
          </p:cNvPr>
          <p:cNvGrpSpPr/>
          <p:nvPr/>
        </p:nvGrpSpPr>
        <p:grpSpPr>
          <a:xfrm>
            <a:off x="2290567" y="2295128"/>
            <a:ext cx="1261876" cy="1541744"/>
            <a:chOff x="116249" y="2158246"/>
            <a:chExt cx="1261876" cy="1541744"/>
          </a:xfrm>
        </p:grpSpPr>
        <p:grpSp>
          <p:nvGrpSpPr>
            <p:cNvPr id="184" name="Group 44">
              <a:extLst>
                <a:ext uri="{FF2B5EF4-FFF2-40B4-BE49-F238E27FC236}">
                  <a16:creationId xmlns:a16="http://schemas.microsoft.com/office/drawing/2014/main" id="{67983D32-9825-4FBC-BC13-0B8A373A7220}"/>
                </a:ext>
              </a:extLst>
            </p:cNvPr>
            <p:cNvGrpSpPr/>
            <p:nvPr/>
          </p:nvGrpSpPr>
          <p:grpSpPr>
            <a:xfrm>
              <a:off x="116249" y="2158246"/>
              <a:ext cx="914400" cy="1416979"/>
              <a:chOff x="147568" y="2783625"/>
              <a:chExt cx="914400" cy="1416979"/>
            </a:xfrm>
          </p:grpSpPr>
          <p:pic>
            <p:nvPicPr>
              <p:cNvPr id="186" name="Graphic 38" descr="Check In with solid fill">
                <a:extLst>
                  <a:ext uri="{FF2B5EF4-FFF2-40B4-BE49-F238E27FC236}">
                    <a16:creationId xmlns:a16="http://schemas.microsoft.com/office/drawing/2014/main" id="{6714490C-8125-41AD-A33B-145EEF8535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47568" y="2783625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87" name="Graphic 40" descr="Car with solid fill">
                <a:extLst>
                  <a:ext uri="{FF2B5EF4-FFF2-40B4-BE49-F238E27FC236}">
                    <a16:creationId xmlns:a16="http://schemas.microsoft.com/office/drawing/2014/main" id="{DAE55083-3042-417D-A273-B305EA44FC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292722" y="3520655"/>
                <a:ext cx="679949" cy="679949"/>
              </a:xfrm>
              <a:prstGeom prst="rect">
                <a:avLst/>
              </a:prstGeom>
            </p:spPr>
          </p:pic>
        </p:grpSp>
        <p:sp>
          <p:nvSpPr>
            <p:cNvPr id="185" name="TextBox 46">
              <a:extLst>
                <a:ext uri="{FF2B5EF4-FFF2-40B4-BE49-F238E27FC236}">
                  <a16:creationId xmlns:a16="http://schemas.microsoft.com/office/drawing/2014/main" id="{618BC18B-774B-40DB-9FFD-E482C5A4FA33}"/>
                </a:ext>
              </a:extLst>
            </p:cNvPr>
            <p:cNvSpPr txBox="1"/>
            <p:nvPr/>
          </p:nvSpPr>
          <p:spPr>
            <a:xfrm>
              <a:off x="288784" y="3330658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7,1%</a:t>
              </a:r>
            </a:p>
          </p:txBody>
        </p:sp>
      </p:grpSp>
      <p:grpSp>
        <p:nvGrpSpPr>
          <p:cNvPr id="188" name="Group 9">
            <a:extLst>
              <a:ext uri="{FF2B5EF4-FFF2-40B4-BE49-F238E27FC236}">
                <a16:creationId xmlns:a16="http://schemas.microsoft.com/office/drawing/2014/main" id="{31406C75-8CA8-456B-8221-AFF7F81E60ED}"/>
              </a:ext>
            </a:extLst>
          </p:cNvPr>
          <p:cNvGrpSpPr/>
          <p:nvPr/>
        </p:nvGrpSpPr>
        <p:grpSpPr>
          <a:xfrm>
            <a:off x="3156267" y="2281648"/>
            <a:ext cx="1267794" cy="1532898"/>
            <a:chOff x="1325986" y="2090815"/>
            <a:chExt cx="1267794" cy="1532898"/>
          </a:xfrm>
        </p:grpSpPr>
        <p:grpSp>
          <p:nvGrpSpPr>
            <p:cNvPr id="189" name="Group 45">
              <a:extLst>
                <a:ext uri="{FF2B5EF4-FFF2-40B4-BE49-F238E27FC236}">
                  <a16:creationId xmlns:a16="http://schemas.microsoft.com/office/drawing/2014/main" id="{16AA28EA-D646-4D18-B1ED-5FB1AAF760EE}"/>
                </a:ext>
              </a:extLst>
            </p:cNvPr>
            <p:cNvGrpSpPr/>
            <p:nvPr/>
          </p:nvGrpSpPr>
          <p:grpSpPr>
            <a:xfrm>
              <a:off x="1325986" y="2090815"/>
              <a:ext cx="914400" cy="1367810"/>
              <a:chOff x="1053414" y="2808526"/>
              <a:chExt cx="914400" cy="1367810"/>
            </a:xfrm>
          </p:grpSpPr>
          <p:pic>
            <p:nvPicPr>
              <p:cNvPr id="191" name="Graphic 41" descr="Check In with solid fill">
                <a:extLst>
                  <a:ext uri="{FF2B5EF4-FFF2-40B4-BE49-F238E27FC236}">
                    <a16:creationId xmlns:a16="http://schemas.microsoft.com/office/drawing/2014/main" id="{FB65088D-A0F7-4748-B54C-2ADBCA0BDE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053414" y="280852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92" name="Graphic 42" descr="Motorcycle with solid fill">
                <a:extLst>
                  <a:ext uri="{FF2B5EF4-FFF2-40B4-BE49-F238E27FC236}">
                    <a16:creationId xmlns:a16="http://schemas.microsoft.com/office/drawing/2014/main" id="{080B8614-E32B-4670-90B0-0F837F6031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193259" y="3589758"/>
                <a:ext cx="586578" cy="586578"/>
              </a:xfrm>
              <a:prstGeom prst="rect">
                <a:avLst/>
              </a:prstGeom>
            </p:spPr>
          </p:pic>
        </p:grpSp>
        <p:sp>
          <p:nvSpPr>
            <p:cNvPr id="190" name="TextBox 47">
              <a:extLst>
                <a:ext uri="{FF2B5EF4-FFF2-40B4-BE49-F238E27FC236}">
                  <a16:creationId xmlns:a16="http://schemas.microsoft.com/office/drawing/2014/main" id="{E432AA8D-BCB9-4596-BAE4-DE72B5B65083}"/>
                </a:ext>
              </a:extLst>
            </p:cNvPr>
            <p:cNvSpPr txBox="1"/>
            <p:nvPr/>
          </p:nvSpPr>
          <p:spPr>
            <a:xfrm>
              <a:off x="1504439" y="3254381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1,9%</a:t>
              </a:r>
            </a:p>
          </p:txBody>
        </p:sp>
      </p:grpSp>
      <p:grpSp>
        <p:nvGrpSpPr>
          <p:cNvPr id="193" name="Group 7">
            <a:extLst>
              <a:ext uri="{FF2B5EF4-FFF2-40B4-BE49-F238E27FC236}">
                <a16:creationId xmlns:a16="http://schemas.microsoft.com/office/drawing/2014/main" id="{113F97F9-E873-4535-96E6-B597E68C9B55}"/>
              </a:ext>
            </a:extLst>
          </p:cNvPr>
          <p:cNvGrpSpPr/>
          <p:nvPr/>
        </p:nvGrpSpPr>
        <p:grpSpPr>
          <a:xfrm>
            <a:off x="115791" y="2528270"/>
            <a:ext cx="1328073" cy="1030276"/>
            <a:chOff x="3275636" y="4783874"/>
            <a:chExt cx="1328073" cy="1030276"/>
          </a:xfrm>
        </p:grpSpPr>
        <p:pic>
          <p:nvPicPr>
            <p:cNvPr id="194" name="Graphic 28" descr="Taxi with solid fill">
              <a:extLst>
                <a:ext uri="{FF2B5EF4-FFF2-40B4-BE49-F238E27FC236}">
                  <a16:creationId xmlns:a16="http://schemas.microsoft.com/office/drawing/2014/main" id="{C366CCBE-DBA3-4505-958F-1CB4E1BD4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275636" y="4783874"/>
              <a:ext cx="914400" cy="914400"/>
            </a:xfrm>
            <a:prstGeom prst="rect">
              <a:avLst/>
            </a:prstGeom>
          </p:spPr>
        </p:pic>
        <p:sp>
          <p:nvSpPr>
            <p:cNvPr id="195" name="TextBox 48">
              <a:extLst>
                <a:ext uri="{FF2B5EF4-FFF2-40B4-BE49-F238E27FC236}">
                  <a16:creationId xmlns:a16="http://schemas.microsoft.com/office/drawing/2014/main" id="{8506881A-15ED-4901-B948-58BF45F34E13}"/>
                </a:ext>
              </a:extLst>
            </p:cNvPr>
            <p:cNvSpPr txBox="1"/>
            <p:nvPr/>
          </p:nvSpPr>
          <p:spPr>
            <a:xfrm>
              <a:off x="3514368" y="5444818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8%</a:t>
              </a:r>
            </a:p>
          </p:txBody>
        </p:sp>
      </p:grpSp>
      <p:grpSp>
        <p:nvGrpSpPr>
          <p:cNvPr id="196" name="Group 4">
            <a:extLst>
              <a:ext uri="{FF2B5EF4-FFF2-40B4-BE49-F238E27FC236}">
                <a16:creationId xmlns:a16="http://schemas.microsoft.com/office/drawing/2014/main" id="{8E4574AC-DD95-4C10-8F3C-CDFE8CE8D637}"/>
              </a:ext>
            </a:extLst>
          </p:cNvPr>
          <p:cNvGrpSpPr/>
          <p:nvPr/>
        </p:nvGrpSpPr>
        <p:grpSpPr>
          <a:xfrm>
            <a:off x="1419272" y="1037802"/>
            <a:ext cx="1144983" cy="1181190"/>
            <a:chOff x="2685052" y="1714872"/>
            <a:chExt cx="1144983" cy="1181190"/>
          </a:xfrm>
        </p:grpSpPr>
        <p:pic>
          <p:nvPicPr>
            <p:cNvPr id="197" name="Graphic 30" descr="Train with solid fill">
              <a:extLst>
                <a:ext uri="{FF2B5EF4-FFF2-40B4-BE49-F238E27FC236}">
                  <a16:creationId xmlns:a16="http://schemas.microsoft.com/office/drawing/2014/main" id="{B4A6DFEF-0003-49B5-AF26-CA217056E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915635" y="1714872"/>
              <a:ext cx="914400" cy="914400"/>
            </a:xfrm>
            <a:prstGeom prst="rect">
              <a:avLst/>
            </a:prstGeom>
          </p:spPr>
        </p:pic>
        <p:sp>
          <p:nvSpPr>
            <p:cNvPr id="198" name="TextBox 49">
              <a:extLst>
                <a:ext uri="{FF2B5EF4-FFF2-40B4-BE49-F238E27FC236}">
                  <a16:creationId xmlns:a16="http://schemas.microsoft.com/office/drawing/2014/main" id="{46002D85-4633-46F0-B0AA-C413612ACFF4}"/>
                </a:ext>
              </a:extLst>
            </p:cNvPr>
            <p:cNvSpPr txBox="1"/>
            <p:nvPr/>
          </p:nvSpPr>
          <p:spPr>
            <a:xfrm>
              <a:off x="2685052" y="2526730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34%</a:t>
              </a:r>
            </a:p>
          </p:txBody>
        </p:sp>
      </p:grpSp>
      <p:grpSp>
        <p:nvGrpSpPr>
          <p:cNvPr id="199" name="Group 3">
            <a:extLst>
              <a:ext uri="{FF2B5EF4-FFF2-40B4-BE49-F238E27FC236}">
                <a16:creationId xmlns:a16="http://schemas.microsoft.com/office/drawing/2014/main" id="{ED742C60-FC5F-48D0-AC18-47C9B36AAE8E}"/>
              </a:ext>
            </a:extLst>
          </p:cNvPr>
          <p:cNvGrpSpPr/>
          <p:nvPr/>
        </p:nvGrpSpPr>
        <p:grpSpPr>
          <a:xfrm>
            <a:off x="1239678" y="2531617"/>
            <a:ext cx="1234236" cy="1014398"/>
            <a:chOff x="2550834" y="2807271"/>
            <a:chExt cx="1234236" cy="1014398"/>
          </a:xfrm>
        </p:grpSpPr>
        <p:pic>
          <p:nvPicPr>
            <p:cNvPr id="200" name="Graphic 18" descr="Bus with solid fill">
              <a:extLst>
                <a:ext uri="{FF2B5EF4-FFF2-40B4-BE49-F238E27FC236}">
                  <a16:creationId xmlns:a16="http://schemas.microsoft.com/office/drawing/2014/main" id="{798B4DF6-5769-4259-94A7-546135566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2550834" y="2807271"/>
              <a:ext cx="914400" cy="914400"/>
            </a:xfrm>
            <a:prstGeom prst="rect">
              <a:avLst/>
            </a:prstGeom>
          </p:spPr>
        </p:pic>
        <p:sp>
          <p:nvSpPr>
            <p:cNvPr id="201" name="TextBox 50">
              <a:extLst>
                <a:ext uri="{FF2B5EF4-FFF2-40B4-BE49-F238E27FC236}">
                  <a16:creationId xmlns:a16="http://schemas.microsoft.com/office/drawing/2014/main" id="{2CDF0409-544E-405E-9ED5-BE9B54C97157}"/>
                </a:ext>
              </a:extLst>
            </p:cNvPr>
            <p:cNvSpPr txBox="1"/>
            <p:nvPr/>
          </p:nvSpPr>
          <p:spPr>
            <a:xfrm>
              <a:off x="2695729" y="3452337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27,8%</a:t>
              </a:r>
            </a:p>
          </p:txBody>
        </p:sp>
      </p:grpSp>
      <p:grpSp>
        <p:nvGrpSpPr>
          <p:cNvPr id="203" name="Group 55">
            <a:extLst>
              <a:ext uri="{FF2B5EF4-FFF2-40B4-BE49-F238E27FC236}">
                <a16:creationId xmlns:a16="http://schemas.microsoft.com/office/drawing/2014/main" id="{395EEA15-FF78-4A42-A4CC-A23B1515CBBD}"/>
              </a:ext>
            </a:extLst>
          </p:cNvPr>
          <p:cNvGrpSpPr/>
          <p:nvPr/>
        </p:nvGrpSpPr>
        <p:grpSpPr>
          <a:xfrm>
            <a:off x="229717" y="921753"/>
            <a:ext cx="914400" cy="958472"/>
            <a:chOff x="1775298" y="4582060"/>
            <a:chExt cx="914400" cy="958472"/>
          </a:xfrm>
        </p:grpSpPr>
        <p:pic>
          <p:nvPicPr>
            <p:cNvPr id="205" name="Graphic 52" descr="Bus outline">
              <a:extLst>
                <a:ext uri="{FF2B5EF4-FFF2-40B4-BE49-F238E27FC236}">
                  <a16:creationId xmlns:a16="http://schemas.microsoft.com/office/drawing/2014/main" id="{B28DF533-8957-43B1-8FF7-08856FBFB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775298" y="4582060"/>
              <a:ext cx="914400" cy="914400"/>
            </a:xfrm>
            <a:prstGeom prst="rect">
              <a:avLst/>
            </a:prstGeom>
          </p:spPr>
        </p:pic>
        <p:pic>
          <p:nvPicPr>
            <p:cNvPr id="206" name="Graphic 54" descr="High voltage with solid fill">
              <a:extLst>
                <a:ext uri="{FF2B5EF4-FFF2-40B4-BE49-F238E27FC236}">
                  <a16:creationId xmlns:a16="http://schemas.microsoft.com/office/drawing/2014/main" id="{3D0D05DC-AC82-434D-840D-47481E1FB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2047836" y="5164061"/>
              <a:ext cx="376471" cy="376471"/>
            </a:xfrm>
            <a:prstGeom prst="rect">
              <a:avLst/>
            </a:prstGeom>
          </p:spPr>
        </p:pic>
      </p:grpSp>
      <p:pic>
        <p:nvPicPr>
          <p:cNvPr id="208" name="Graphic 24" descr="Ski Gondola with solid fill">
            <a:extLst>
              <a:ext uri="{FF2B5EF4-FFF2-40B4-BE49-F238E27FC236}">
                <a16:creationId xmlns:a16="http://schemas.microsoft.com/office/drawing/2014/main" id="{D35FC1AC-C9EE-4078-9179-8045E429BBE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395314" y="897778"/>
            <a:ext cx="914400" cy="914400"/>
          </a:xfrm>
          <a:prstGeom prst="rect">
            <a:avLst/>
          </a:prstGeom>
        </p:spPr>
      </p:pic>
      <p:pic>
        <p:nvPicPr>
          <p:cNvPr id="211" name="Graphic 26" descr="Streetcar with solid fill">
            <a:extLst>
              <a:ext uri="{FF2B5EF4-FFF2-40B4-BE49-F238E27FC236}">
                <a16:creationId xmlns:a16="http://schemas.microsoft.com/office/drawing/2014/main" id="{05701E71-8DCB-4556-9DCC-49E1E6F36B3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14175" y="954792"/>
            <a:ext cx="914400" cy="914400"/>
          </a:xfrm>
          <a:prstGeom prst="rect">
            <a:avLst/>
          </a:prstGeom>
        </p:spPr>
      </p:pic>
      <p:grpSp>
        <p:nvGrpSpPr>
          <p:cNvPr id="213" name="Group 13">
            <a:extLst>
              <a:ext uri="{FF2B5EF4-FFF2-40B4-BE49-F238E27FC236}">
                <a16:creationId xmlns:a16="http://schemas.microsoft.com/office/drawing/2014/main" id="{6181B7D7-B68B-4B6F-962B-B360A1FC6922}"/>
              </a:ext>
            </a:extLst>
          </p:cNvPr>
          <p:cNvGrpSpPr/>
          <p:nvPr/>
        </p:nvGrpSpPr>
        <p:grpSpPr>
          <a:xfrm>
            <a:off x="1874340" y="4816078"/>
            <a:ext cx="1336102" cy="1120747"/>
            <a:chOff x="194709" y="3721671"/>
            <a:chExt cx="1336102" cy="1120747"/>
          </a:xfrm>
        </p:grpSpPr>
        <p:pic>
          <p:nvPicPr>
            <p:cNvPr id="214" name="Graphic 36" descr="Cycling with solid fill">
              <a:extLst>
                <a:ext uri="{FF2B5EF4-FFF2-40B4-BE49-F238E27FC236}">
                  <a16:creationId xmlns:a16="http://schemas.microsoft.com/office/drawing/2014/main" id="{276E0F45-B6B8-4F15-8ECD-8DFCDC578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94709" y="3721671"/>
              <a:ext cx="914400" cy="914400"/>
            </a:xfrm>
            <a:prstGeom prst="rect">
              <a:avLst/>
            </a:prstGeom>
          </p:spPr>
        </p:pic>
        <p:sp>
          <p:nvSpPr>
            <p:cNvPr id="215" name="TextBox 59">
              <a:extLst>
                <a:ext uri="{FF2B5EF4-FFF2-40B4-BE49-F238E27FC236}">
                  <a16:creationId xmlns:a16="http://schemas.microsoft.com/office/drawing/2014/main" id="{066987E6-9A5A-4AD1-B644-A1413C646CFC}"/>
                </a:ext>
              </a:extLst>
            </p:cNvPr>
            <p:cNvSpPr txBox="1"/>
            <p:nvPr/>
          </p:nvSpPr>
          <p:spPr>
            <a:xfrm>
              <a:off x="441470" y="4473086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0%</a:t>
              </a:r>
            </a:p>
          </p:txBody>
        </p:sp>
      </p:grpSp>
      <p:grpSp>
        <p:nvGrpSpPr>
          <p:cNvPr id="216" name="Group 12">
            <a:extLst>
              <a:ext uri="{FF2B5EF4-FFF2-40B4-BE49-F238E27FC236}">
                <a16:creationId xmlns:a16="http://schemas.microsoft.com/office/drawing/2014/main" id="{EE1251CE-FD7E-48F4-A1A2-B7A9438E1BF7}"/>
              </a:ext>
            </a:extLst>
          </p:cNvPr>
          <p:cNvGrpSpPr/>
          <p:nvPr/>
        </p:nvGrpSpPr>
        <p:grpSpPr>
          <a:xfrm>
            <a:off x="1007014" y="4748621"/>
            <a:ext cx="1160999" cy="1173456"/>
            <a:chOff x="759720" y="4626685"/>
            <a:chExt cx="1138553" cy="1173456"/>
          </a:xfrm>
        </p:grpSpPr>
        <p:pic>
          <p:nvPicPr>
            <p:cNvPr id="217" name="Graphic 34" descr="Walk with solid fill">
              <a:extLst>
                <a:ext uri="{FF2B5EF4-FFF2-40B4-BE49-F238E27FC236}">
                  <a16:creationId xmlns:a16="http://schemas.microsoft.com/office/drawing/2014/main" id="{B989260A-A5CD-4858-8CC8-5A974FB3D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759720" y="4626685"/>
              <a:ext cx="914400" cy="914400"/>
            </a:xfrm>
            <a:prstGeom prst="rect">
              <a:avLst/>
            </a:prstGeom>
          </p:spPr>
        </p:pic>
        <p:sp>
          <p:nvSpPr>
            <p:cNvPr id="218" name="TextBox 60">
              <a:extLst>
                <a:ext uri="{FF2B5EF4-FFF2-40B4-BE49-F238E27FC236}">
                  <a16:creationId xmlns:a16="http://schemas.microsoft.com/office/drawing/2014/main" id="{50AAA7CF-344C-4DE4-99F1-03AF5780781B}"/>
                </a:ext>
              </a:extLst>
            </p:cNvPr>
            <p:cNvSpPr txBox="1"/>
            <p:nvPr/>
          </p:nvSpPr>
          <p:spPr>
            <a:xfrm>
              <a:off x="808932" y="5430809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2,6%</a:t>
              </a:r>
            </a:p>
          </p:txBody>
        </p:sp>
      </p:grpSp>
      <p:grpSp>
        <p:nvGrpSpPr>
          <p:cNvPr id="219" name="Group 19">
            <a:extLst>
              <a:ext uri="{FF2B5EF4-FFF2-40B4-BE49-F238E27FC236}">
                <a16:creationId xmlns:a16="http://schemas.microsoft.com/office/drawing/2014/main" id="{3E8B383A-4258-4135-B940-05F8DFA403C1}"/>
              </a:ext>
            </a:extLst>
          </p:cNvPr>
          <p:cNvGrpSpPr/>
          <p:nvPr/>
        </p:nvGrpSpPr>
        <p:grpSpPr>
          <a:xfrm>
            <a:off x="9475716" y="3808221"/>
            <a:ext cx="1236657" cy="933446"/>
            <a:chOff x="549675" y="1210076"/>
            <a:chExt cx="1236657" cy="933446"/>
          </a:xfrm>
        </p:grpSpPr>
        <p:pic>
          <p:nvPicPr>
            <p:cNvPr id="220" name="Graphic 21" descr="Car with solid fill">
              <a:extLst>
                <a:ext uri="{FF2B5EF4-FFF2-40B4-BE49-F238E27FC236}">
                  <a16:creationId xmlns:a16="http://schemas.microsoft.com/office/drawing/2014/main" id="{EAEF7CE3-CA6C-4CFF-94EB-F4053ADBA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549675" y="1210076"/>
              <a:ext cx="914400" cy="914400"/>
            </a:xfrm>
            <a:prstGeom prst="rect">
              <a:avLst/>
            </a:prstGeom>
          </p:spPr>
        </p:pic>
        <p:sp>
          <p:nvSpPr>
            <p:cNvPr id="221" name="TextBox 23">
              <a:extLst>
                <a:ext uri="{FF2B5EF4-FFF2-40B4-BE49-F238E27FC236}">
                  <a16:creationId xmlns:a16="http://schemas.microsoft.com/office/drawing/2014/main" id="{CE94B8C3-F2C3-4B06-92FC-994132B89593}"/>
                </a:ext>
              </a:extLst>
            </p:cNvPr>
            <p:cNvSpPr txBox="1"/>
            <p:nvPr/>
          </p:nvSpPr>
          <p:spPr>
            <a:xfrm>
              <a:off x="696991" y="1774190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4,5%</a:t>
              </a:r>
            </a:p>
          </p:txBody>
        </p:sp>
      </p:grpSp>
      <p:grpSp>
        <p:nvGrpSpPr>
          <p:cNvPr id="222" name="Group 25">
            <a:extLst>
              <a:ext uri="{FF2B5EF4-FFF2-40B4-BE49-F238E27FC236}">
                <a16:creationId xmlns:a16="http://schemas.microsoft.com/office/drawing/2014/main" id="{AA81F66C-AA5A-4A74-B8F6-633B4EACBEDF}"/>
              </a:ext>
            </a:extLst>
          </p:cNvPr>
          <p:cNvGrpSpPr/>
          <p:nvPr/>
        </p:nvGrpSpPr>
        <p:grpSpPr>
          <a:xfrm>
            <a:off x="10502683" y="3717059"/>
            <a:ext cx="1192887" cy="1065464"/>
            <a:chOff x="2035267" y="1199119"/>
            <a:chExt cx="1192887" cy="1065464"/>
          </a:xfrm>
        </p:grpSpPr>
        <p:pic>
          <p:nvPicPr>
            <p:cNvPr id="223" name="Graphic 27" descr="Motorcycle with solid fill">
              <a:extLst>
                <a:ext uri="{FF2B5EF4-FFF2-40B4-BE49-F238E27FC236}">
                  <a16:creationId xmlns:a16="http://schemas.microsoft.com/office/drawing/2014/main" id="{AE9BF26F-09B5-453D-9C71-963B9263A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2035267" y="1199119"/>
              <a:ext cx="914400" cy="914400"/>
            </a:xfrm>
            <a:prstGeom prst="rect">
              <a:avLst/>
            </a:prstGeom>
          </p:spPr>
        </p:pic>
        <p:sp>
          <p:nvSpPr>
            <p:cNvPr id="224" name="TextBox 29">
              <a:extLst>
                <a:ext uri="{FF2B5EF4-FFF2-40B4-BE49-F238E27FC236}">
                  <a16:creationId xmlns:a16="http://schemas.microsoft.com/office/drawing/2014/main" id="{DC7A596E-2F43-43CD-892A-8CA800035522}"/>
                </a:ext>
              </a:extLst>
            </p:cNvPr>
            <p:cNvSpPr txBox="1"/>
            <p:nvPr/>
          </p:nvSpPr>
          <p:spPr>
            <a:xfrm>
              <a:off x="2138813" y="1895251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30%</a:t>
              </a:r>
            </a:p>
          </p:txBody>
        </p:sp>
      </p:grpSp>
      <p:grpSp>
        <p:nvGrpSpPr>
          <p:cNvPr id="225" name="Group 31">
            <a:extLst>
              <a:ext uri="{FF2B5EF4-FFF2-40B4-BE49-F238E27FC236}">
                <a16:creationId xmlns:a16="http://schemas.microsoft.com/office/drawing/2014/main" id="{751535CD-164E-483D-B280-DC91A6AD1E95}"/>
              </a:ext>
            </a:extLst>
          </p:cNvPr>
          <p:cNvGrpSpPr/>
          <p:nvPr/>
        </p:nvGrpSpPr>
        <p:grpSpPr>
          <a:xfrm>
            <a:off x="10294037" y="2297115"/>
            <a:ext cx="1261876" cy="1541744"/>
            <a:chOff x="116249" y="2158246"/>
            <a:chExt cx="1261876" cy="1541744"/>
          </a:xfrm>
        </p:grpSpPr>
        <p:grpSp>
          <p:nvGrpSpPr>
            <p:cNvPr id="226" name="Group 32">
              <a:extLst>
                <a:ext uri="{FF2B5EF4-FFF2-40B4-BE49-F238E27FC236}">
                  <a16:creationId xmlns:a16="http://schemas.microsoft.com/office/drawing/2014/main" id="{022B36DF-C365-42E7-A823-0A9BA1E6B352}"/>
                </a:ext>
              </a:extLst>
            </p:cNvPr>
            <p:cNvGrpSpPr/>
            <p:nvPr/>
          </p:nvGrpSpPr>
          <p:grpSpPr>
            <a:xfrm>
              <a:off x="116249" y="2158246"/>
              <a:ext cx="914400" cy="1416979"/>
              <a:chOff x="147568" y="2783625"/>
              <a:chExt cx="914400" cy="1416979"/>
            </a:xfrm>
          </p:grpSpPr>
          <p:pic>
            <p:nvPicPr>
              <p:cNvPr id="228" name="Graphic 35" descr="Check In with solid fill">
                <a:extLst>
                  <a:ext uri="{FF2B5EF4-FFF2-40B4-BE49-F238E27FC236}">
                    <a16:creationId xmlns:a16="http://schemas.microsoft.com/office/drawing/2014/main" id="{99EC23B7-2635-4DA3-A0D9-7B1B172EE8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>
                <a:extLs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tretch>
                <a:fillRect/>
              </a:stretch>
            </p:blipFill>
            <p:spPr>
              <a:xfrm>
                <a:off x="147568" y="2783625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29" name="Graphic 37" descr="Car with solid fill">
                <a:extLst>
                  <a:ext uri="{FF2B5EF4-FFF2-40B4-BE49-F238E27FC236}">
                    <a16:creationId xmlns:a16="http://schemas.microsoft.com/office/drawing/2014/main" id="{D182A8D9-CAD8-474A-83B1-4DB31E33CC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/>
              </a:stretch>
            </p:blipFill>
            <p:spPr>
              <a:xfrm>
                <a:off x="292722" y="3520655"/>
                <a:ext cx="679949" cy="679949"/>
              </a:xfrm>
              <a:prstGeom prst="rect">
                <a:avLst/>
              </a:prstGeom>
            </p:spPr>
          </p:pic>
        </p:grpSp>
        <p:sp>
          <p:nvSpPr>
            <p:cNvPr id="227" name="TextBox 33">
              <a:extLst>
                <a:ext uri="{FF2B5EF4-FFF2-40B4-BE49-F238E27FC236}">
                  <a16:creationId xmlns:a16="http://schemas.microsoft.com/office/drawing/2014/main" id="{AC5B3CAB-9D76-40EF-ABB7-A08ECAEC02C0}"/>
                </a:ext>
              </a:extLst>
            </p:cNvPr>
            <p:cNvSpPr txBox="1"/>
            <p:nvPr/>
          </p:nvSpPr>
          <p:spPr>
            <a:xfrm>
              <a:off x="288784" y="3330658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1,1%</a:t>
              </a:r>
            </a:p>
          </p:txBody>
        </p:sp>
      </p:grpSp>
      <p:grpSp>
        <p:nvGrpSpPr>
          <p:cNvPr id="230" name="Group 51">
            <a:extLst>
              <a:ext uri="{FF2B5EF4-FFF2-40B4-BE49-F238E27FC236}">
                <a16:creationId xmlns:a16="http://schemas.microsoft.com/office/drawing/2014/main" id="{34E5226C-4DDB-42C6-ABB0-B7C881477968}"/>
              </a:ext>
            </a:extLst>
          </p:cNvPr>
          <p:cNvGrpSpPr/>
          <p:nvPr/>
        </p:nvGrpSpPr>
        <p:grpSpPr>
          <a:xfrm>
            <a:off x="11240555" y="2281648"/>
            <a:ext cx="1282542" cy="1606638"/>
            <a:chOff x="1325986" y="2090815"/>
            <a:chExt cx="1282542" cy="1606638"/>
          </a:xfrm>
        </p:grpSpPr>
        <p:grpSp>
          <p:nvGrpSpPr>
            <p:cNvPr id="231" name="Group 53">
              <a:extLst>
                <a:ext uri="{FF2B5EF4-FFF2-40B4-BE49-F238E27FC236}">
                  <a16:creationId xmlns:a16="http://schemas.microsoft.com/office/drawing/2014/main" id="{2385B20A-16FE-473E-813A-B485D47E7490}"/>
                </a:ext>
              </a:extLst>
            </p:cNvPr>
            <p:cNvGrpSpPr/>
            <p:nvPr/>
          </p:nvGrpSpPr>
          <p:grpSpPr>
            <a:xfrm>
              <a:off x="1325986" y="2090815"/>
              <a:ext cx="914400" cy="1367810"/>
              <a:chOff x="1053414" y="2808526"/>
              <a:chExt cx="914400" cy="1367810"/>
            </a:xfrm>
          </p:grpSpPr>
          <p:pic>
            <p:nvPicPr>
              <p:cNvPr id="233" name="Graphic 92" descr="Check In with solid fill">
                <a:extLst>
                  <a:ext uri="{FF2B5EF4-FFF2-40B4-BE49-F238E27FC236}">
                    <a16:creationId xmlns:a16="http://schemas.microsoft.com/office/drawing/2014/main" id="{37FFD048-B3A6-4F45-BCAE-FDCEF2B6C5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>
                <a:extLs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tretch>
                <a:fillRect/>
              </a:stretch>
            </p:blipFill>
            <p:spPr>
              <a:xfrm>
                <a:off x="1053414" y="280852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34" name="Graphic 93" descr="Motorcycle with solid fill">
                <a:extLst>
                  <a:ext uri="{FF2B5EF4-FFF2-40B4-BE49-F238E27FC236}">
                    <a16:creationId xmlns:a16="http://schemas.microsoft.com/office/drawing/2014/main" id="{E104BA5C-75CF-4138-B405-66427FB276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5">
                <a:extLst>
                  <a:ext uri="{96DAC541-7B7A-43D3-8B79-37D633B846F1}">
                    <asvg:svgBlip xmlns:asvg="http://schemas.microsoft.com/office/drawing/2016/SVG/main" r:embed="rId36"/>
                  </a:ext>
                </a:extLst>
              </a:blip>
              <a:stretch>
                <a:fillRect/>
              </a:stretch>
            </p:blipFill>
            <p:spPr>
              <a:xfrm>
                <a:off x="1193259" y="3589758"/>
                <a:ext cx="586578" cy="586578"/>
              </a:xfrm>
              <a:prstGeom prst="rect">
                <a:avLst/>
              </a:prstGeom>
            </p:spPr>
          </p:pic>
        </p:grpSp>
        <p:sp>
          <p:nvSpPr>
            <p:cNvPr id="232" name="TextBox 61">
              <a:extLst>
                <a:ext uri="{FF2B5EF4-FFF2-40B4-BE49-F238E27FC236}">
                  <a16:creationId xmlns:a16="http://schemas.microsoft.com/office/drawing/2014/main" id="{96AEB817-6387-4F12-B224-A7FEA0C1F412}"/>
                </a:ext>
              </a:extLst>
            </p:cNvPr>
            <p:cNvSpPr txBox="1"/>
            <p:nvPr/>
          </p:nvSpPr>
          <p:spPr>
            <a:xfrm>
              <a:off x="1519187" y="3328121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2,2%</a:t>
              </a:r>
            </a:p>
          </p:txBody>
        </p:sp>
      </p:grpSp>
      <p:grpSp>
        <p:nvGrpSpPr>
          <p:cNvPr id="235" name="Group 94">
            <a:extLst>
              <a:ext uri="{FF2B5EF4-FFF2-40B4-BE49-F238E27FC236}">
                <a16:creationId xmlns:a16="http://schemas.microsoft.com/office/drawing/2014/main" id="{7ECC0F74-397F-485E-867A-1741DBF82970}"/>
              </a:ext>
            </a:extLst>
          </p:cNvPr>
          <p:cNvGrpSpPr/>
          <p:nvPr/>
        </p:nvGrpSpPr>
        <p:grpSpPr>
          <a:xfrm>
            <a:off x="8074855" y="2529177"/>
            <a:ext cx="1328073" cy="1030276"/>
            <a:chOff x="3275636" y="4783874"/>
            <a:chExt cx="1328073" cy="1030276"/>
          </a:xfrm>
        </p:grpSpPr>
        <p:pic>
          <p:nvPicPr>
            <p:cNvPr id="236" name="Graphic 95" descr="Taxi with solid fill">
              <a:extLst>
                <a:ext uri="{FF2B5EF4-FFF2-40B4-BE49-F238E27FC236}">
                  <a16:creationId xmlns:a16="http://schemas.microsoft.com/office/drawing/2014/main" id="{ADC2B8E9-03A3-4E0E-B67C-1769D99F1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3275636" y="4783874"/>
              <a:ext cx="914400" cy="914400"/>
            </a:xfrm>
            <a:prstGeom prst="rect">
              <a:avLst/>
            </a:prstGeom>
          </p:spPr>
        </p:pic>
        <p:sp>
          <p:nvSpPr>
            <p:cNvPr id="237" name="TextBox 96">
              <a:extLst>
                <a:ext uri="{FF2B5EF4-FFF2-40B4-BE49-F238E27FC236}">
                  <a16:creationId xmlns:a16="http://schemas.microsoft.com/office/drawing/2014/main" id="{B4868F1E-A832-4427-A837-5BB2D050D0D5}"/>
                </a:ext>
              </a:extLst>
            </p:cNvPr>
            <p:cNvSpPr txBox="1"/>
            <p:nvPr/>
          </p:nvSpPr>
          <p:spPr>
            <a:xfrm>
              <a:off x="3514368" y="5444818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4,1%</a:t>
              </a:r>
            </a:p>
          </p:txBody>
        </p:sp>
      </p:grpSp>
      <p:grpSp>
        <p:nvGrpSpPr>
          <p:cNvPr id="238" name="Group 97">
            <a:extLst>
              <a:ext uri="{FF2B5EF4-FFF2-40B4-BE49-F238E27FC236}">
                <a16:creationId xmlns:a16="http://schemas.microsoft.com/office/drawing/2014/main" id="{BE3672C0-187F-4AAA-AD21-F9F6F81A5BE2}"/>
              </a:ext>
            </a:extLst>
          </p:cNvPr>
          <p:cNvGrpSpPr/>
          <p:nvPr/>
        </p:nvGrpSpPr>
        <p:grpSpPr>
          <a:xfrm>
            <a:off x="9648338" y="1028248"/>
            <a:ext cx="1210910" cy="1181380"/>
            <a:chOff x="2915635" y="1714872"/>
            <a:chExt cx="1210910" cy="1181380"/>
          </a:xfrm>
        </p:grpSpPr>
        <p:pic>
          <p:nvPicPr>
            <p:cNvPr id="239" name="Graphic 98" descr="Train with solid fill">
              <a:extLst>
                <a:ext uri="{FF2B5EF4-FFF2-40B4-BE49-F238E27FC236}">
                  <a16:creationId xmlns:a16="http://schemas.microsoft.com/office/drawing/2014/main" id="{B15A52D7-924B-4098-91FE-196C7F11E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2915635" y="1714872"/>
              <a:ext cx="914400" cy="914400"/>
            </a:xfrm>
            <a:prstGeom prst="rect">
              <a:avLst/>
            </a:prstGeom>
          </p:spPr>
        </p:pic>
        <p:sp>
          <p:nvSpPr>
            <p:cNvPr id="240" name="TextBox 99">
              <a:extLst>
                <a:ext uri="{FF2B5EF4-FFF2-40B4-BE49-F238E27FC236}">
                  <a16:creationId xmlns:a16="http://schemas.microsoft.com/office/drawing/2014/main" id="{68D4AE73-8E28-471E-9E26-D11B14B3EF83}"/>
                </a:ext>
              </a:extLst>
            </p:cNvPr>
            <p:cNvSpPr txBox="1"/>
            <p:nvPr/>
          </p:nvSpPr>
          <p:spPr>
            <a:xfrm>
              <a:off x="3037204" y="2526920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33,7%</a:t>
              </a:r>
            </a:p>
          </p:txBody>
        </p:sp>
      </p:grpSp>
      <p:grpSp>
        <p:nvGrpSpPr>
          <p:cNvPr id="241" name="Group 100">
            <a:extLst>
              <a:ext uri="{FF2B5EF4-FFF2-40B4-BE49-F238E27FC236}">
                <a16:creationId xmlns:a16="http://schemas.microsoft.com/office/drawing/2014/main" id="{AC23CE20-53A8-42A0-8F97-9216DC5E891E}"/>
              </a:ext>
            </a:extLst>
          </p:cNvPr>
          <p:cNvGrpSpPr/>
          <p:nvPr/>
        </p:nvGrpSpPr>
        <p:grpSpPr>
          <a:xfrm>
            <a:off x="9231323" y="2470596"/>
            <a:ext cx="1234236" cy="1014398"/>
            <a:chOff x="2550834" y="2807271"/>
            <a:chExt cx="1234236" cy="1014398"/>
          </a:xfrm>
        </p:grpSpPr>
        <p:pic>
          <p:nvPicPr>
            <p:cNvPr id="242" name="Graphic 101" descr="Bus with solid fill">
              <a:extLst>
                <a:ext uri="{FF2B5EF4-FFF2-40B4-BE49-F238E27FC236}">
                  <a16:creationId xmlns:a16="http://schemas.microsoft.com/office/drawing/2014/main" id="{96B98D76-4B93-42AE-969D-345F7F8EF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2550834" y="2807271"/>
              <a:ext cx="914400" cy="914400"/>
            </a:xfrm>
            <a:prstGeom prst="rect">
              <a:avLst/>
            </a:prstGeom>
          </p:spPr>
        </p:pic>
        <p:sp>
          <p:nvSpPr>
            <p:cNvPr id="243" name="TextBox 102">
              <a:extLst>
                <a:ext uri="{FF2B5EF4-FFF2-40B4-BE49-F238E27FC236}">
                  <a16:creationId xmlns:a16="http://schemas.microsoft.com/office/drawing/2014/main" id="{FEDBEAF3-6EAD-4223-AF15-B22AFE4EFA9C}"/>
                </a:ext>
              </a:extLst>
            </p:cNvPr>
            <p:cNvSpPr txBox="1"/>
            <p:nvPr/>
          </p:nvSpPr>
          <p:spPr>
            <a:xfrm>
              <a:off x="2695729" y="3452337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18,1%</a:t>
              </a:r>
            </a:p>
          </p:txBody>
        </p:sp>
      </p:grpSp>
      <p:grpSp>
        <p:nvGrpSpPr>
          <p:cNvPr id="245" name="Group 104">
            <a:extLst>
              <a:ext uri="{FF2B5EF4-FFF2-40B4-BE49-F238E27FC236}">
                <a16:creationId xmlns:a16="http://schemas.microsoft.com/office/drawing/2014/main" id="{104844B5-B799-495F-ADD4-7A3D01ED2C8C}"/>
              </a:ext>
            </a:extLst>
          </p:cNvPr>
          <p:cNvGrpSpPr/>
          <p:nvPr/>
        </p:nvGrpSpPr>
        <p:grpSpPr>
          <a:xfrm>
            <a:off x="8696181" y="875172"/>
            <a:ext cx="914400" cy="958472"/>
            <a:chOff x="1775298" y="4582060"/>
            <a:chExt cx="914400" cy="958472"/>
          </a:xfrm>
        </p:grpSpPr>
        <p:pic>
          <p:nvPicPr>
            <p:cNvPr id="247" name="Graphic 106" descr="Bus outline">
              <a:extLst>
                <a:ext uri="{FF2B5EF4-FFF2-40B4-BE49-F238E27FC236}">
                  <a16:creationId xmlns:a16="http://schemas.microsoft.com/office/drawing/2014/main" id="{922CAEDC-0C4B-42CC-844E-8D70ACE7B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1775298" y="4582060"/>
              <a:ext cx="914400" cy="914400"/>
            </a:xfrm>
            <a:prstGeom prst="rect">
              <a:avLst/>
            </a:prstGeom>
          </p:spPr>
        </p:pic>
        <p:pic>
          <p:nvPicPr>
            <p:cNvPr id="248" name="Graphic 107" descr="High voltage with solid fill">
              <a:extLst>
                <a:ext uri="{FF2B5EF4-FFF2-40B4-BE49-F238E27FC236}">
                  <a16:creationId xmlns:a16="http://schemas.microsoft.com/office/drawing/2014/main" id="{62CA0118-4B07-4134-96E6-B04E55889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2047836" y="5164061"/>
              <a:ext cx="376471" cy="376471"/>
            </a:xfrm>
            <a:prstGeom prst="rect">
              <a:avLst/>
            </a:prstGeom>
          </p:spPr>
        </p:pic>
      </p:grpSp>
      <p:pic>
        <p:nvPicPr>
          <p:cNvPr id="250" name="Graphic 109" descr="Ski Gondola with solid fill">
            <a:extLst>
              <a:ext uri="{FF2B5EF4-FFF2-40B4-BE49-F238E27FC236}">
                <a16:creationId xmlns:a16="http://schemas.microsoft.com/office/drawing/2014/main" id="{D4E15993-F7CF-466B-A09B-4F879563BF92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1190370" y="897778"/>
            <a:ext cx="914400" cy="914400"/>
          </a:xfrm>
          <a:prstGeom prst="rect">
            <a:avLst/>
          </a:prstGeom>
        </p:spPr>
      </p:pic>
      <p:pic>
        <p:nvPicPr>
          <p:cNvPr id="253" name="Graphic 112" descr="Streetcar with solid fill">
            <a:extLst>
              <a:ext uri="{FF2B5EF4-FFF2-40B4-BE49-F238E27FC236}">
                <a16:creationId xmlns:a16="http://schemas.microsoft.com/office/drawing/2014/main" id="{5857B862-4B77-4527-884A-CB0698E0A456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0401037" y="983501"/>
            <a:ext cx="914400" cy="914400"/>
          </a:xfrm>
          <a:prstGeom prst="rect">
            <a:avLst/>
          </a:prstGeom>
        </p:spPr>
      </p:pic>
      <p:grpSp>
        <p:nvGrpSpPr>
          <p:cNvPr id="255" name="Group 114">
            <a:extLst>
              <a:ext uri="{FF2B5EF4-FFF2-40B4-BE49-F238E27FC236}">
                <a16:creationId xmlns:a16="http://schemas.microsoft.com/office/drawing/2014/main" id="{880C2E34-3988-4F83-BE8B-D02ECAB72651}"/>
              </a:ext>
            </a:extLst>
          </p:cNvPr>
          <p:cNvGrpSpPr/>
          <p:nvPr/>
        </p:nvGrpSpPr>
        <p:grpSpPr>
          <a:xfrm>
            <a:off x="10516935" y="4803714"/>
            <a:ext cx="1336102" cy="1120747"/>
            <a:chOff x="194709" y="3721671"/>
            <a:chExt cx="1336102" cy="1120747"/>
          </a:xfrm>
        </p:grpSpPr>
        <p:pic>
          <p:nvPicPr>
            <p:cNvPr id="256" name="Graphic 115" descr="Cycling with solid fill">
              <a:extLst>
                <a:ext uri="{FF2B5EF4-FFF2-40B4-BE49-F238E27FC236}">
                  <a16:creationId xmlns:a16="http://schemas.microsoft.com/office/drawing/2014/main" id="{31CBE0FD-7BFD-4723-89A2-F7FEAAAE7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p:blipFill>
          <p:spPr>
            <a:xfrm>
              <a:off x="194709" y="3721671"/>
              <a:ext cx="914400" cy="914400"/>
            </a:xfrm>
            <a:prstGeom prst="rect">
              <a:avLst/>
            </a:prstGeom>
          </p:spPr>
        </p:pic>
        <p:sp>
          <p:nvSpPr>
            <p:cNvPr id="257" name="TextBox 116">
              <a:extLst>
                <a:ext uri="{FF2B5EF4-FFF2-40B4-BE49-F238E27FC236}">
                  <a16:creationId xmlns:a16="http://schemas.microsoft.com/office/drawing/2014/main" id="{D4752FB8-CA79-40F3-941C-B5EFBE521A7D}"/>
                </a:ext>
              </a:extLst>
            </p:cNvPr>
            <p:cNvSpPr txBox="1"/>
            <p:nvPr/>
          </p:nvSpPr>
          <p:spPr>
            <a:xfrm>
              <a:off x="441470" y="4473086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2,2%</a:t>
              </a:r>
            </a:p>
          </p:txBody>
        </p:sp>
      </p:grpSp>
      <p:grpSp>
        <p:nvGrpSpPr>
          <p:cNvPr id="258" name="Group 117">
            <a:extLst>
              <a:ext uri="{FF2B5EF4-FFF2-40B4-BE49-F238E27FC236}">
                <a16:creationId xmlns:a16="http://schemas.microsoft.com/office/drawing/2014/main" id="{AAB78740-C9F2-45EE-8C0F-3DC27C0FDB21}"/>
              </a:ext>
            </a:extLst>
          </p:cNvPr>
          <p:cNvGrpSpPr/>
          <p:nvPr/>
        </p:nvGrpSpPr>
        <p:grpSpPr>
          <a:xfrm>
            <a:off x="9683279" y="4762660"/>
            <a:ext cx="1138553" cy="1173456"/>
            <a:chOff x="759720" y="4626685"/>
            <a:chExt cx="1138553" cy="1173456"/>
          </a:xfrm>
        </p:grpSpPr>
        <p:pic>
          <p:nvPicPr>
            <p:cNvPr id="259" name="Graphic 118" descr="Walk with solid fill">
              <a:extLst>
                <a:ext uri="{FF2B5EF4-FFF2-40B4-BE49-F238E27FC236}">
                  <a16:creationId xmlns:a16="http://schemas.microsoft.com/office/drawing/2014/main" id="{1E52AAC7-85C5-44FB-9C0E-54E06D1CA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759720" y="4626685"/>
              <a:ext cx="914400" cy="914400"/>
            </a:xfrm>
            <a:prstGeom prst="rect">
              <a:avLst/>
            </a:prstGeom>
          </p:spPr>
        </p:pic>
        <p:sp>
          <p:nvSpPr>
            <p:cNvPr id="260" name="TextBox 119">
              <a:extLst>
                <a:ext uri="{FF2B5EF4-FFF2-40B4-BE49-F238E27FC236}">
                  <a16:creationId xmlns:a16="http://schemas.microsoft.com/office/drawing/2014/main" id="{D7CD451A-A677-486C-BA68-07EED9969F18}"/>
                </a:ext>
              </a:extLst>
            </p:cNvPr>
            <p:cNvSpPr txBox="1"/>
            <p:nvPr/>
          </p:nvSpPr>
          <p:spPr>
            <a:xfrm>
              <a:off x="808932" y="5430809"/>
              <a:ext cx="1089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dirty="0"/>
                <a:t>4,1%</a:t>
              </a:r>
            </a:p>
          </p:txBody>
        </p:sp>
      </p:grpSp>
      <p:sp>
        <p:nvSpPr>
          <p:cNvPr id="87" name="TextBox 59">
            <a:extLst>
              <a:ext uri="{FF2B5EF4-FFF2-40B4-BE49-F238E27FC236}">
                <a16:creationId xmlns:a16="http://schemas.microsoft.com/office/drawing/2014/main" id="{AD1502B0-27A2-4C8B-915A-F2861AA8CF2D}"/>
              </a:ext>
            </a:extLst>
          </p:cNvPr>
          <p:cNvSpPr txBox="1"/>
          <p:nvPr/>
        </p:nvSpPr>
        <p:spPr>
          <a:xfrm>
            <a:off x="5024283" y="5553221"/>
            <a:ext cx="1982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419 participantes</a:t>
            </a:r>
          </a:p>
        </p:txBody>
      </p:sp>
    </p:spTree>
    <p:extLst>
      <p:ext uri="{BB962C8B-B14F-4D97-AF65-F5344CB8AC3E}">
        <p14:creationId xmlns:p14="http://schemas.microsoft.com/office/powerpoint/2010/main" val="23244215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6B2CC-F249-1337-135C-01D7C520D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6760E3B-103C-4DD8-523B-DB2DB8D59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Google Shape;133;p16">
            <a:extLst>
              <a:ext uri="{FF2B5EF4-FFF2-40B4-BE49-F238E27FC236}">
                <a16:creationId xmlns:a16="http://schemas.microsoft.com/office/drawing/2014/main" id="{2D84A496-C72C-3A0C-A9F7-93B868F857A0}"/>
              </a:ext>
            </a:extLst>
          </p:cNvPr>
          <p:cNvSpPr txBox="1"/>
          <p:nvPr/>
        </p:nvSpPr>
        <p:spPr>
          <a:xfrm>
            <a:off x="180800" y="1111673"/>
            <a:ext cx="1183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4800" b="1">
                <a:solidFill>
                  <a:srgbClr val="78458B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s-419" sz="2800" dirty="0">
                <a:solidFill>
                  <a:srgbClr val="55257D"/>
                </a:solidFill>
                <a:sym typeface="Calibri"/>
              </a:rPr>
              <a:t>Acompañamiento a Recorridos Cotidianos Conversados</a:t>
            </a:r>
            <a:endParaRPr lang="es-419" sz="2800" dirty="0">
              <a:solidFill>
                <a:srgbClr val="55257D"/>
              </a:solidFill>
            </a:endParaRPr>
          </a:p>
        </p:txBody>
      </p:sp>
      <p:grpSp>
        <p:nvGrpSpPr>
          <p:cNvPr id="12" name="Grupo 2">
            <a:extLst>
              <a:ext uri="{FF2B5EF4-FFF2-40B4-BE49-F238E27FC236}">
                <a16:creationId xmlns:a16="http://schemas.microsoft.com/office/drawing/2014/main" id="{FBAC0598-8428-CA52-69E0-A6081048E34A}"/>
              </a:ext>
            </a:extLst>
          </p:cNvPr>
          <p:cNvGrpSpPr/>
          <p:nvPr/>
        </p:nvGrpSpPr>
        <p:grpSpPr>
          <a:xfrm>
            <a:off x="1045698" y="1709188"/>
            <a:ext cx="9697833" cy="3888287"/>
            <a:chOff x="848638" y="1757871"/>
            <a:chExt cx="9697833" cy="3888287"/>
          </a:xfrm>
        </p:grpSpPr>
        <p:sp>
          <p:nvSpPr>
            <p:cNvPr id="13" name="Google Shape;135;p16">
              <a:extLst>
                <a:ext uri="{FF2B5EF4-FFF2-40B4-BE49-F238E27FC236}">
                  <a16:creationId xmlns:a16="http://schemas.microsoft.com/office/drawing/2014/main" id="{8C3FA917-CC46-CA63-B668-6A4FF57347A8}"/>
                </a:ext>
              </a:extLst>
            </p:cNvPr>
            <p:cNvSpPr txBox="1"/>
            <p:nvPr/>
          </p:nvSpPr>
          <p:spPr>
            <a:xfrm>
              <a:off x="7034379" y="1757871"/>
              <a:ext cx="1525784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>
                <a:buSzPts val="1800"/>
              </a:pPr>
              <a:r>
                <a:rPr lang="es-419" sz="2400" b="1" dirty="0">
                  <a:latin typeface="Calibri"/>
                  <a:ea typeface="Calibri"/>
                  <a:cs typeface="Calibri"/>
                  <a:sym typeface="Calibri"/>
                </a:rPr>
                <a:t>Propósito</a:t>
              </a:r>
              <a:endParaRPr sz="24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36;p16">
              <a:extLst>
                <a:ext uri="{FF2B5EF4-FFF2-40B4-BE49-F238E27FC236}">
                  <a16:creationId xmlns:a16="http://schemas.microsoft.com/office/drawing/2014/main" id="{2C8D69FF-5512-DDF1-879D-888C768C4C79}"/>
                </a:ext>
              </a:extLst>
            </p:cNvPr>
            <p:cNvSpPr txBox="1"/>
            <p:nvPr/>
          </p:nvSpPr>
          <p:spPr>
            <a:xfrm>
              <a:off x="5048071" y="2296805"/>
              <a:ext cx="5498400" cy="20389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algn="just">
                <a:lnSpc>
                  <a:spcPct val="115000"/>
                </a:lnSpc>
                <a:buClr>
                  <a:schemeClr val="dk1"/>
                </a:buClr>
                <a:buSzPts val="800"/>
              </a:pPr>
              <a:r>
                <a:rPr lang="es-419" sz="2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Complementar y enriquecer los datos recabados en la encuesta y en los grupos focales y comprender de manera más profunda y fina la experiencia de usuarios de transporte.</a:t>
              </a:r>
              <a:endParaRPr lang="es-419" sz="2200" dirty="0"/>
            </a:p>
          </p:txBody>
        </p:sp>
        <p:pic>
          <p:nvPicPr>
            <p:cNvPr id="15" name="Imagen 4">
              <a:extLst>
                <a:ext uri="{FF2B5EF4-FFF2-40B4-BE49-F238E27FC236}">
                  <a16:creationId xmlns:a16="http://schemas.microsoft.com/office/drawing/2014/main" id="{53003F29-6597-6C5A-4E2E-E4B792C40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8638" y="1848142"/>
              <a:ext cx="3602502" cy="3798016"/>
            </a:xfrm>
            <a:prstGeom prst="roundRect">
              <a:avLst>
                <a:gd name="adj" fmla="val 16667"/>
              </a:avLst>
            </a:prstGeom>
            <a:ln w="76200">
              <a:solidFill>
                <a:srgbClr val="DFD128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33275342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0F862-7952-2B92-BE81-0C08655D6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F624E0E-8BDB-1146-0170-DF815741C44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9" name="Grupo 22">
            <a:extLst>
              <a:ext uri="{FF2B5EF4-FFF2-40B4-BE49-F238E27FC236}">
                <a16:creationId xmlns:a16="http://schemas.microsoft.com/office/drawing/2014/main" id="{60439B65-6F39-2344-76AC-FBB124DBC19A}"/>
              </a:ext>
            </a:extLst>
          </p:cNvPr>
          <p:cNvGrpSpPr/>
          <p:nvPr/>
        </p:nvGrpSpPr>
        <p:grpSpPr>
          <a:xfrm>
            <a:off x="8838370" y="1470090"/>
            <a:ext cx="2663806" cy="4279642"/>
            <a:chOff x="9315449" y="1546288"/>
            <a:chExt cx="2663806" cy="4224535"/>
          </a:xfrm>
        </p:grpSpPr>
        <p:sp>
          <p:nvSpPr>
            <p:cNvPr id="10" name="Rectángulo redondeado 15">
              <a:extLst>
                <a:ext uri="{FF2B5EF4-FFF2-40B4-BE49-F238E27FC236}">
                  <a16:creationId xmlns:a16="http://schemas.microsoft.com/office/drawing/2014/main" id="{E4595AD6-1674-C1B7-3A14-23F660EE6D62}"/>
                </a:ext>
              </a:extLst>
            </p:cNvPr>
            <p:cNvSpPr/>
            <p:nvPr/>
          </p:nvSpPr>
          <p:spPr>
            <a:xfrm>
              <a:off x="9315449" y="1546288"/>
              <a:ext cx="2663806" cy="2082141"/>
            </a:xfrm>
            <a:prstGeom prst="roundRect">
              <a:avLst/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Rectángulo redondeado 16">
              <a:extLst>
                <a:ext uri="{FF2B5EF4-FFF2-40B4-BE49-F238E27FC236}">
                  <a16:creationId xmlns:a16="http://schemas.microsoft.com/office/drawing/2014/main" id="{6C95827B-C88B-44F9-0AFC-C3AA047C1FCE}"/>
                </a:ext>
              </a:extLst>
            </p:cNvPr>
            <p:cNvSpPr/>
            <p:nvPr/>
          </p:nvSpPr>
          <p:spPr>
            <a:xfrm>
              <a:off x="9315449" y="3688682"/>
              <a:ext cx="2663805" cy="2082141"/>
            </a:xfrm>
            <a:prstGeom prst="roundRect">
              <a:avLst/>
            </a:pr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5" name="Google Shape;198;p17">
            <a:extLst>
              <a:ext uri="{FF2B5EF4-FFF2-40B4-BE49-F238E27FC236}">
                <a16:creationId xmlns:a16="http://schemas.microsoft.com/office/drawing/2014/main" id="{D1EED238-FE97-828A-2B02-998BB594012A}"/>
              </a:ext>
            </a:extLst>
          </p:cNvPr>
          <p:cNvSpPr/>
          <p:nvPr/>
        </p:nvSpPr>
        <p:spPr>
          <a:xfrm rot="16200000">
            <a:off x="-1388984" y="3329679"/>
            <a:ext cx="3896050" cy="630800"/>
          </a:xfrm>
          <a:prstGeom prst="roundRect">
            <a:avLst>
              <a:gd name="adj" fmla="val 16667"/>
            </a:avLst>
          </a:prstGeom>
          <a:noFill/>
          <a:ln w="19050" cap="flat" cmpd="sng">
            <a:noFill/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s-419" sz="20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Niveles de acompañamiento</a:t>
            </a:r>
            <a:endParaRPr sz="20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" name="Grupo 8">
            <a:extLst>
              <a:ext uri="{FF2B5EF4-FFF2-40B4-BE49-F238E27FC236}">
                <a16:creationId xmlns:a16="http://schemas.microsoft.com/office/drawing/2014/main" id="{63953747-6A35-9277-49EC-E06751F96F24}"/>
              </a:ext>
            </a:extLst>
          </p:cNvPr>
          <p:cNvGrpSpPr/>
          <p:nvPr/>
        </p:nvGrpSpPr>
        <p:grpSpPr>
          <a:xfrm>
            <a:off x="995219" y="1470089"/>
            <a:ext cx="3565603" cy="4287186"/>
            <a:chOff x="1183442" y="1546289"/>
            <a:chExt cx="3565603" cy="4287186"/>
          </a:xfrm>
        </p:grpSpPr>
        <p:sp>
          <p:nvSpPr>
            <p:cNvPr id="17" name="Rectángulo redondeado 9">
              <a:extLst>
                <a:ext uri="{FF2B5EF4-FFF2-40B4-BE49-F238E27FC236}">
                  <a16:creationId xmlns:a16="http://schemas.microsoft.com/office/drawing/2014/main" id="{694155E1-7D86-4B72-E538-CA4D7ECE89EE}"/>
                </a:ext>
              </a:extLst>
            </p:cNvPr>
            <p:cNvSpPr/>
            <p:nvPr/>
          </p:nvSpPr>
          <p:spPr>
            <a:xfrm>
              <a:off x="1183442" y="1546289"/>
              <a:ext cx="3565603" cy="2160000"/>
            </a:xfrm>
            <a:prstGeom prst="roundRect">
              <a:avLst/>
            </a:prstGeom>
            <a:blipFill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8" name="Rectángulo redondeado 2">
              <a:extLst>
                <a:ext uri="{FF2B5EF4-FFF2-40B4-BE49-F238E27FC236}">
                  <a16:creationId xmlns:a16="http://schemas.microsoft.com/office/drawing/2014/main" id="{81E255BE-96A0-5EE1-58A3-A90C4F2340A0}"/>
                </a:ext>
              </a:extLst>
            </p:cNvPr>
            <p:cNvSpPr/>
            <p:nvPr/>
          </p:nvSpPr>
          <p:spPr>
            <a:xfrm>
              <a:off x="1183442" y="3743790"/>
              <a:ext cx="1769072" cy="2089685"/>
            </a:xfrm>
            <a:prstGeom prst="roundRect">
              <a:avLst/>
            </a:prstGeom>
            <a:blipFill>
              <a:blip r:embed="rId7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9" name="Rectángulo redondeado 6">
              <a:extLst>
                <a:ext uri="{FF2B5EF4-FFF2-40B4-BE49-F238E27FC236}">
                  <a16:creationId xmlns:a16="http://schemas.microsoft.com/office/drawing/2014/main" id="{14E0A7AD-C49C-5192-B32E-03F9947BCC55}"/>
                </a:ext>
              </a:extLst>
            </p:cNvPr>
            <p:cNvSpPr/>
            <p:nvPr/>
          </p:nvSpPr>
          <p:spPr>
            <a:xfrm>
              <a:off x="2979973" y="3743790"/>
              <a:ext cx="1769072" cy="2089685"/>
            </a:xfrm>
            <a:prstGeom prst="roundRect">
              <a:avLst/>
            </a:prstGeom>
            <a:blipFill>
              <a:blip r:embed="rId8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0" name="Grupo 13">
            <a:extLst>
              <a:ext uri="{FF2B5EF4-FFF2-40B4-BE49-F238E27FC236}">
                <a16:creationId xmlns:a16="http://schemas.microsoft.com/office/drawing/2014/main" id="{3228CB97-5A06-ACA1-E80A-7104931CD9BC}"/>
              </a:ext>
            </a:extLst>
          </p:cNvPr>
          <p:cNvGrpSpPr/>
          <p:nvPr/>
        </p:nvGrpSpPr>
        <p:grpSpPr>
          <a:xfrm>
            <a:off x="4797687" y="1470089"/>
            <a:ext cx="3798565" cy="4270389"/>
            <a:chOff x="5049478" y="1563086"/>
            <a:chExt cx="3798565" cy="4215281"/>
          </a:xfrm>
        </p:grpSpPr>
        <p:sp>
          <p:nvSpPr>
            <p:cNvPr id="21" name="Rectángulo redondeado 14">
              <a:extLst>
                <a:ext uri="{FF2B5EF4-FFF2-40B4-BE49-F238E27FC236}">
                  <a16:creationId xmlns:a16="http://schemas.microsoft.com/office/drawing/2014/main" id="{58834FB3-C070-472B-2C56-74D252A4EF1D}"/>
                </a:ext>
              </a:extLst>
            </p:cNvPr>
            <p:cNvSpPr/>
            <p:nvPr/>
          </p:nvSpPr>
          <p:spPr>
            <a:xfrm>
              <a:off x="5049478" y="1563086"/>
              <a:ext cx="1861262" cy="2082140"/>
            </a:xfrm>
            <a:prstGeom prst="roundRect">
              <a:avLst/>
            </a:prstGeom>
            <a:blipFill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Rectángulo redondeado 10">
              <a:extLst>
                <a:ext uri="{FF2B5EF4-FFF2-40B4-BE49-F238E27FC236}">
                  <a16:creationId xmlns:a16="http://schemas.microsoft.com/office/drawing/2014/main" id="{2830DB14-53CE-7E3D-7118-A1EFB5C19FD7}"/>
                </a:ext>
              </a:extLst>
            </p:cNvPr>
            <p:cNvSpPr/>
            <p:nvPr/>
          </p:nvSpPr>
          <p:spPr>
            <a:xfrm>
              <a:off x="6962420" y="1563086"/>
              <a:ext cx="1861262" cy="2082140"/>
            </a:xfrm>
            <a:prstGeom prst="roundRect">
              <a:avLst/>
            </a:prstGeom>
            <a:blipFill>
              <a:blip r:embed="rId10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Rectángulo redondeado 11">
              <a:extLst>
                <a:ext uri="{FF2B5EF4-FFF2-40B4-BE49-F238E27FC236}">
                  <a16:creationId xmlns:a16="http://schemas.microsoft.com/office/drawing/2014/main" id="{8FA5D1EF-2E26-BC29-6BCC-9EEE647DB338}"/>
                </a:ext>
              </a:extLst>
            </p:cNvPr>
            <p:cNvSpPr/>
            <p:nvPr/>
          </p:nvSpPr>
          <p:spPr>
            <a:xfrm>
              <a:off x="5071641" y="3696227"/>
              <a:ext cx="1861262" cy="2082140"/>
            </a:xfrm>
            <a:prstGeom prst="roundRect">
              <a:avLst/>
            </a:prstGeom>
            <a:blipFill>
              <a:blip r:embed="rId11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Rectángulo redondeado 12">
              <a:extLst>
                <a:ext uri="{FF2B5EF4-FFF2-40B4-BE49-F238E27FC236}">
                  <a16:creationId xmlns:a16="http://schemas.microsoft.com/office/drawing/2014/main" id="{69D7D57D-3635-FED6-64C9-F5515B89CE0C}"/>
                </a:ext>
              </a:extLst>
            </p:cNvPr>
            <p:cNvSpPr/>
            <p:nvPr/>
          </p:nvSpPr>
          <p:spPr>
            <a:xfrm>
              <a:off x="6986781" y="3696227"/>
              <a:ext cx="1861262" cy="2082140"/>
            </a:xfrm>
            <a:prstGeom prst="roundRect">
              <a:avLst/>
            </a:prstGeom>
            <a:blipFill>
              <a:blip r:embed="rId12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9272D73-3495-3550-9F13-EE174191CEE8}"/>
              </a:ext>
            </a:extLst>
          </p:cNvPr>
          <p:cNvSpPr txBox="1"/>
          <p:nvPr/>
        </p:nvSpPr>
        <p:spPr>
          <a:xfrm>
            <a:off x="3287485" y="916350"/>
            <a:ext cx="5617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800" b="1" dirty="0">
                <a:solidFill>
                  <a:srgbClr val="55257D"/>
                </a:solidFill>
                <a:sym typeface="Calibri"/>
              </a:rPr>
              <a:t> Recorridos Cotidianos Conversados</a:t>
            </a:r>
            <a:endParaRPr lang="es-CO" sz="2800" dirty="0">
              <a:solidFill>
                <a:srgbClr val="55257D"/>
              </a:solidFill>
            </a:endParaRPr>
          </a:p>
        </p:txBody>
      </p:sp>
      <p:sp>
        <p:nvSpPr>
          <p:cNvPr id="12" name="Google Shape;198;p17">
            <a:extLst>
              <a:ext uri="{FF2B5EF4-FFF2-40B4-BE49-F238E27FC236}">
                <a16:creationId xmlns:a16="http://schemas.microsoft.com/office/drawing/2014/main" id="{DE27D9C0-2799-B610-71CB-F34A9D9BDFD9}"/>
              </a:ext>
            </a:extLst>
          </p:cNvPr>
          <p:cNvSpPr/>
          <p:nvPr/>
        </p:nvSpPr>
        <p:spPr>
          <a:xfrm>
            <a:off x="995219" y="1439570"/>
            <a:ext cx="3565602" cy="370876"/>
          </a:xfrm>
          <a:prstGeom prst="roundRect">
            <a:avLst>
              <a:gd name="adj" fmla="val 16667"/>
            </a:avLst>
          </a:prstGeom>
          <a:solidFill>
            <a:srgbClr val="DFD128"/>
          </a:solidFill>
          <a:ln w="19050" cap="flat" cmpd="sng">
            <a:noFill/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s-419" sz="20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Barrial/Comuna Acompañado</a:t>
            </a:r>
            <a:endParaRPr sz="20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99;p17">
            <a:extLst>
              <a:ext uri="{FF2B5EF4-FFF2-40B4-BE49-F238E27FC236}">
                <a16:creationId xmlns:a16="http://schemas.microsoft.com/office/drawing/2014/main" id="{4DDA2739-5221-AA3F-40F2-40CCFD5599FB}"/>
              </a:ext>
            </a:extLst>
          </p:cNvPr>
          <p:cNvSpPr/>
          <p:nvPr/>
        </p:nvSpPr>
        <p:spPr>
          <a:xfrm>
            <a:off x="4797687" y="1453668"/>
            <a:ext cx="3774204" cy="370876"/>
          </a:xfrm>
          <a:prstGeom prst="roundRect">
            <a:avLst>
              <a:gd name="adj" fmla="val 16667"/>
            </a:avLst>
          </a:prstGeom>
          <a:solidFill>
            <a:srgbClr val="DFD128"/>
          </a:solidFill>
          <a:ln w="19050" cap="flat" cmpd="sng">
            <a:noFill/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s-419" sz="20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Ciudad Acompañado</a:t>
            </a:r>
            <a:endParaRPr sz="20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200;p17">
            <a:extLst>
              <a:ext uri="{FF2B5EF4-FFF2-40B4-BE49-F238E27FC236}">
                <a16:creationId xmlns:a16="http://schemas.microsoft.com/office/drawing/2014/main" id="{3B2CF8BC-311E-665A-9F2B-E2CE133C9FE4}"/>
              </a:ext>
            </a:extLst>
          </p:cNvPr>
          <p:cNvSpPr/>
          <p:nvPr/>
        </p:nvSpPr>
        <p:spPr>
          <a:xfrm>
            <a:off x="8838370" y="1439570"/>
            <a:ext cx="2663804" cy="370876"/>
          </a:xfrm>
          <a:prstGeom prst="roundRect">
            <a:avLst>
              <a:gd name="adj" fmla="val 16667"/>
            </a:avLst>
          </a:prstGeom>
          <a:solidFill>
            <a:srgbClr val="DFD128"/>
          </a:solidFill>
          <a:ln w="19050" cap="flat" cmpd="sng">
            <a:noFill/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s-419" sz="20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Ciudad Autónomo</a:t>
            </a:r>
            <a:endParaRPr sz="20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87226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3A71B7B-55A2-AB6A-C725-78D31DCDD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84D1182-E03A-A31A-C6FA-C622C52F167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Google Shape;133;p16">
            <a:extLst>
              <a:ext uri="{FF2B5EF4-FFF2-40B4-BE49-F238E27FC236}">
                <a16:creationId xmlns:a16="http://schemas.microsoft.com/office/drawing/2014/main" id="{96612764-1FEE-25A9-212D-8A1CBEEADCC2}"/>
              </a:ext>
            </a:extLst>
          </p:cNvPr>
          <p:cNvSpPr txBox="1"/>
          <p:nvPr/>
        </p:nvSpPr>
        <p:spPr>
          <a:xfrm>
            <a:off x="190853" y="1115190"/>
            <a:ext cx="1183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4800" b="1">
                <a:solidFill>
                  <a:srgbClr val="78458B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s-419" sz="2800" dirty="0">
                <a:solidFill>
                  <a:srgbClr val="55257D"/>
                </a:solidFill>
                <a:sym typeface="Calibri"/>
              </a:rPr>
              <a:t>Recorridos Cotidianos Conversados</a:t>
            </a:r>
            <a:endParaRPr lang="es-419" sz="2800" dirty="0">
              <a:solidFill>
                <a:srgbClr val="55257D"/>
              </a:solidFill>
            </a:endParaRPr>
          </a:p>
        </p:txBody>
      </p:sp>
      <p:sp>
        <p:nvSpPr>
          <p:cNvPr id="4" name="Google Shape;198;p17">
            <a:extLst>
              <a:ext uri="{FF2B5EF4-FFF2-40B4-BE49-F238E27FC236}">
                <a16:creationId xmlns:a16="http://schemas.microsoft.com/office/drawing/2014/main" id="{182E39AD-908C-88E6-25FF-5375F759412B}"/>
              </a:ext>
            </a:extLst>
          </p:cNvPr>
          <p:cNvSpPr/>
          <p:nvPr/>
        </p:nvSpPr>
        <p:spPr>
          <a:xfrm rot="16200000">
            <a:off x="-1656751" y="2310253"/>
            <a:ext cx="3896050" cy="630800"/>
          </a:xfrm>
          <a:prstGeom prst="roundRect">
            <a:avLst>
              <a:gd name="adj" fmla="val 16667"/>
            </a:avLst>
          </a:prstGeom>
          <a:noFill/>
          <a:ln w="19050" cap="flat" cmpd="sng">
            <a:noFill/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s-419" sz="2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Intersecciones</a:t>
            </a:r>
            <a:endParaRPr sz="22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" name="Tabla 2">
            <a:extLst>
              <a:ext uri="{FF2B5EF4-FFF2-40B4-BE49-F238E27FC236}">
                <a16:creationId xmlns:a16="http://schemas.microsoft.com/office/drawing/2014/main" id="{09C55418-5CA3-A56D-5FD5-DF6BB1D2C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711801"/>
              </p:ext>
            </p:extLst>
          </p:nvPr>
        </p:nvGraphicFramePr>
        <p:xfrm>
          <a:off x="607977" y="1851502"/>
          <a:ext cx="10961645" cy="1554480"/>
        </p:xfrm>
        <a:graphic>
          <a:graphicData uri="http://schemas.openxmlformats.org/drawingml/2006/table">
            <a:tbl>
              <a:tblPr firstRow="1" bandRow="1"/>
              <a:tblGrid>
                <a:gridCol w="883700">
                  <a:extLst>
                    <a:ext uri="{9D8B030D-6E8A-4147-A177-3AD203B41FA5}">
                      <a16:colId xmlns:a16="http://schemas.microsoft.com/office/drawing/2014/main" val="814743894"/>
                    </a:ext>
                  </a:extLst>
                </a:gridCol>
                <a:gridCol w="902503">
                  <a:extLst>
                    <a:ext uri="{9D8B030D-6E8A-4147-A177-3AD203B41FA5}">
                      <a16:colId xmlns:a16="http://schemas.microsoft.com/office/drawing/2014/main" val="638992836"/>
                    </a:ext>
                  </a:extLst>
                </a:gridCol>
                <a:gridCol w="1118728">
                  <a:extLst>
                    <a:ext uri="{9D8B030D-6E8A-4147-A177-3AD203B41FA5}">
                      <a16:colId xmlns:a16="http://schemas.microsoft.com/office/drawing/2014/main" val="4148997603"/>
                    </a:ext>
                  </a:extLst>
                </a:gridCol>
                <a:gridCol w="1411525">
                  <a:extLst>
                    <a:ext uri="{9D8B030D-6E8A-4147-A177-3AD203B41FA5}">
                      <a16:colId xmlns:a16="http://schemas.microsoft.com/office/drawing/2014/main" val="2585869149"/>
                    </a:ext>
                  </a:extLst>
                </a:gridCol>
                <a:gridCol w="1455800">
                  <a:extLst>
                    <a:ext uri="{9D8B030D-6E8A-4147-A177-3AD203B41FA5}">
                      <a16:colId xmlns:a16="http://schemas.microsoft.com/office/drawing/2014/main" val="4092536723"/>
                    </a:ext>
                  </a:extLst>
                </a:gridCol>
                <a:gridCol w="1204226">
                  <a:extLst>
                    <a:ext uri="{9D8B030D-6E8A-4147-A177-3AD203B41FA5}">
                      <a16:colId xmlns:a16="http://schemas.microsoft.com/office/drawing/2014/main" val="2290825946"/>
                    </a:ext>
                  </a:extLst>
                </a:gridCol>
                <a:gridCol w="1249453">
                  <a:extLst>
                    <a:ext uri="{9D8B030D-6E8A-4147-A177-3AD203B41FA5}">
                      <a16:colId xmlns:a16="http://schemas.microsoft.com/office/drawing/2014/main" val="2680632341"/>
                    </a:ext>
                  </a:extLst>
                </a:gridCol>
                <a:gridCol w="718772">
                  <a:extLst>
                    <a:ext uri="{9D8B030D-6E8A-4147-A177-3AD203B41FA5}">
                      <a16:colId xmlns:a16="http://schemas.microsoft.com/office/drawing/2014/main" val="1251939834"/>
                    </a:ext>
                  </a:extLst>
                </a:gridCol>
                <a:gridCol w="1208447">
                  <a:extLst>
                    <a:ext uri="{9D8B030D-6E8A-4147-A177-3AD203B41FA5}">
                      <a16:colId xmlns:a16="http://schemas.microsoft.com/office/drawing/2014/main" val="2363527522"/>
                    </a:ext>
                  </a:extLst>
                </a:gridCol>
                <a:gridCol w="808491">
                  <a:extLst>
                    <a:ext uri="{9D8B030D-6E8A-4147-A177-3AD203B41FA5}">
                      <a16:colId xmlns:a16="http://schemas.microsoft.com/office/drawing/2014/main" val="27529384"/>
                    </a:ext>
                  </a:extLst>
                </a:gridCol>
              </a:tblGrid>
              <a:tr h="3935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Edad</a:t>
                      </a:r>
                      <a:endParaRPr lang="en-US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Sexo</a:t>
                      </a:r>
                      <a:endParaRPr lang="en-US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Etnia</a:t>
                      </a:r>
                      <a:endParaRPr lang="en-US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Migrante</a:t>
                      </a:r>
                      <a:endParaRPr lang="en-US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Discapacidad</a:t>
                      </a:r>
                      <a:endParaRPr lang="en-US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LGTBIQ+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Ocupación</a:t>
                      </a:r>
                      <a:endParaRPr lang="en-US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Zona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Perfil</a:t>
                      </a:r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movilidad</a:t>
                      </a:r>
                      <a:endParaRPr lang="en-US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545874"/>
                  </a:ext>
                </a:extLst>
              </a:tr>
              <a:tr h="3935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Embera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Baja </a:t>
                      </a:r>
                      <a:r>
                        <a:rPr lang="en-US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visión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T. informal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Caminata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y T. </a:t>
                      </a:r>
                      <a:r>
                        <a:rPr lang="en-US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Público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Barrial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980980"/>
                  </a:ext>
                </a:extLst>
              </a:tr>
            </a:tbl>
          </a:graphicData>
        </a:graphic>
      </p:graphicFrame>
      <p:pic>
        <p:nvPicPr>
          <p:cNvPr id="6" name="Imagen 3">
            <a:extLst>
              <a:ext uri="{FF2B5EF4-FFF2-40B4-BE49-F238E27FC236}">
                <a16:creationId xmlns:a16="http://schemas.microsoft.com/office/drawing/2014/main" id="{80215F0E-4196-496C-6DFB-04B045A89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178" y="3690745"/>
            <a:ext cx="1932477" cy="1590909"/>
          </a:xfrm>
          <a:prstGeom prst="rect">
            <a:avLst/>
          </a:prstGeom>
        </p:spPr>
      </p:pic>
      <p:sp>
        <p:nvSpPr>
          <p:cNvPr id="7" name="Google Shape;198;p17">
            <a:extLst>
              <a:ext uri="{FF2B5EF4-FFF2-40B4-BE49-F238E27FC236}">
                <a16:creationId xmlns:a16="http://schemas.microsoft.com/office/drawing/2014/main" id="{AFA30D75-0568-6287-69AC-C2D38320BB3B}"/>
              </a:ext>
            </a:extLst>
          </p:cNvPr>
          <p:cNvSpPr/>
          <p:nvPr/>
        </p:nvSpPr>
        <p:spPr>
          <a:xfrm>
            <a:off x="1028925" y="5125556"/>
            <a:ext cx="2812373" cy="630800"/>
          </a:xfrm>
          <a:prstGeom prst="roundRect">
            <a:avLst>
              <a:gd name="adj" fmla="val 16667"/>
            </a:avLst>
          </a:prstGeom>
          <a:noFill/>
          <a:ln w="19050" cap="flat" cmpd="sng">
            <a:noFill/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s-419" sz="2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Bitácora de viaje</a:t>
            </a:r>
            <a:endParaRPr sz="2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98;p17">
            <a:extLst>
              <a:ext uri="{FF2B5EF4-FFF2-40B4-BE49-F238E27FC236}">
                <a16:creationId xmlns:a16="http://schemas.microsoft.com/office/drawing/2014/main" id="{9E5FE0BA-CB69-0DE3-7DE5-64FAFDD2AE0C}"/>
              </a:ext>
            </a:extLst>
          </p:cNvPr>
          <p:cNvSpPr/>
          <p:nvPr/>
        </p:nvSpPr>
        <p:spPr>
          <a:xfrm rot="16200000">
            <a:off x="-1667744" y="4331641"/>
            <a:ext cx="3896050" cy="630800"/>
          </a:xfrm>
          <a:prstGeom prst="roundRect">
            <a:avLst>
              <a:gd name="adj" fmla="val 16667"/>
            </a:avLst>
          </a:prstGeom>
          <a:noFill/>
          <a:ln w="19050" cap="flat" cmpd="sng">
            <a:noFill/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s-419" sz="2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endParaRPr sz="22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98;p17">
            <a:extLst>
              <a:ext uri="{FF2B5EF4-FFF2-40B4-BE49-F238E27FC236}">
                <a16:creationId xmlns:a16="http://schemas.microsoft.com/office/drawing/2014/main" id="{95D1B50E-EA9C-6E2B-55E6-5CD7306CEC72}"/>
              </a:ext>
            </a:extLst>
          </p:cNvPr>
          <p:cNvSpPr/>
          <p:nvPr/>
        </p:nvSpPr>
        <p:spPr>
          <a:xfrm>
            <a:off x="8566229" y="5125556"/>
            <a:ext cx="2812373" cy="630800"/>
          </a:xfrm>
          <a:prstGeom prst="roundRect">
            <a:avLst>
              <a:gd name="adj" fmla="val 16667"/>
            </a:avLst>
          </a:prstGeom>
          <a:noFill/>
          <a:ln w="19050" cap="flat" cmpd="sng">
            <a:noFill/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s-419" sz="2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Mapa del recorrido</a:t>
            </a:r>
            <a:endParaRPr sz="2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98;p17">
            <a:extLst>
              <a:ext uri="{FF2B5EF4-FFF2-40B4-BE49-F238E27FC236}">
                <a16:creationId xmlns:a16="http://schemas.microsoft.com/office/drawing/2014/main" id="{579BFD72-046C-84A3-D8CA-0C1142581BA8}"/>
              </a:ext>
            </a:extLst>
          </p:cNvPr>
          <p:cNvSpPr/>
          <p:nvPr/>
        </p:nvSpPr>
        <p:spPr>
          <a:xfrm>
            <a:off x="4689812" y="5125556"/>
            <a:ext cx="2812373" cy="630800"/>
          </a:xfrm>
          <a:prstGeom prst="roundRect">
            <a:avLst>
              <a:gd name="adj" fmla="val 16667"/>
            </a:avLst>
          </a:prstGeom>
          <a:noFill/>
          <a:ln w="19050" cap="flat" cmpd="sng">
            <a:noFill/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r>
              <a:rPr lang="es-419" sz="2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Perfil del usuario</a:t>
            </a:r>
            <a:endParaRPr sz="2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raphic 18" descr="Cycle with people outline">
            <a:extLst>
              <a:ext uri="{FF2B5EF4-FFF2-40B4-BE49-F238E27FC236}">
                <a16:creationId xmlns:a16="http://schemas.microsoft.com/office/drawing/2014/main" id="{24AF9268-5D2C-5F51-19FF-C02E90BC31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51373" y="4206840"/>
            <a:ext cx="1195810" cy="1195810"/>
          </a:xfrm>
          <a:prstGeom prst="rect">
            <a:avLst/>
          </a:prstGeom>
        </p:spPr>
      </p:pic>
      <p:pic>
        <p:nvPicPr>
          <p:cNvPr id="21" name="Graphic 20" descr="School girl outline">
            <a:extLst>
              <a:ext uri="{FF2B5EF4-FFF2-40B4-BE49-F238E27FC236}">
                <a16:creationId xmlns:a16="http://schemas.microsoft.com/office/drawing/2014/main" id="{B6218E27-B364-0D59-4061-273CFFE747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80744" y="3571800"/>
            <a:ext cx="914400" cy="914400"/>
          </a:xfrm>
          <a:prstGeom prst="rect">
            <a:avLst/>
          </a:prstGeom>
        </p:spPr>
      </p:pic>
      <p:pic>
        <p:nvPicPr>
          <p:cNvPr id="23" name="Graphic 22" descr="Female Profile outline">
            <a:extLst>
              <a:ext uri="{FF2B5EF4-FFF2-40B4-BE49-F238E27FC236}">
                <a16:creationId xmlns:a16="http://schemas.microsoft.com/office/drawing/2014/main" id="{C3BC0AFD-9BF0-5FEB-5877-EB824F93F6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44663" y="3959538"/>
            <a:ext cx="914400" cy="914400"/>
          </a:xfrm>
          <a:prstGeom prst="rect">
            <a:avLst/>
          </a:prstGeom>
        </p:spPr>
      </p:pic>
      <p:pic>
        <p:nvPicPr>
          <p:cNvPr id="25" name="Graphic 24" descr="User outline">
            <a:extLst>
              <a:ext uri="{FF2B5EF4-FFF2-40B4-BE49-F238E27FC236}">
                <a16:creationId xmlns:a16="http://schemas.microsoft.com/office/drawing/2014/main" id="{09052340-8B96-A834-2CF7-6E101B8AF8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87987" y="3379221"/>
            <a:ext cx="914400" cy="914400"/>
          </a:xfrm>
          <a:prstGeom prst="rect">
            <a:avLst/>
          </a:prstGeom>
        </p:spPr>
      </p:pic>
      <p:pic>
        <p:nvPicPr>
          <p:cNvPr id="27" name="Graphic 26" descr="Male profile outline">
            <a:extLst>
              <a:ext uri="{FF2B5EF4-FFF2-40B4-BE49-F238E27FC236}">
                <a16:creationId xmlns:a16="http://schemas.microsoft.com/office/drawing/2014/main" id="{2C33ECF8-B4E0-8717-61B8-682DA8C3CCC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38800" y="3571800"/>
            <a:ext cx="914400" cy="914400"/>
          </a:xfrm>
          <a:prstGeom prst="rect">
            <a:avLst/>
          </a:prstGeom>
        </p:spPr>
      </p:pic>
      <p:pic>
        <p:nvPicPr>
          <p:cNvPr id="29" name="Graphic 28" descr="School boy outline">
            <a:extLst>
              <a:ext uri="{FF2B5EF4-FFF2-40B4-BE49-F238E27FC236}">
                <a16:creationId xmlns:a16="http://schemas.microsoft.com/office/drawing/2014/main" id="{29BC6B81-637F-5C28-9071-D2AE439DC26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65835" y="4085347"/>
            <a:ext cx="914400" cy="914400"/>
          </a:xfrm>
          <a:prstGeom prst="rect">
            <a:avLst/>
          </a:prstGeom>
        </p:spPr>
      </p:pic>
      <p:pic>
        <p:nvPicPr>
          <p:cNvPr id="31" name="Graphic 30" descr="Signature outline">
            <a:extLst>
              <a:ext uri="{FF2B5EF4-FFF2-40B4-BE49-F238E27FC236}">
                <a16:creationId xmlns:a16="http://schemas.microsoft.com/office/drawing/2014/main" id="{05C9449D-9A84-431A-B31A-D13D6E69AC2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311727" y="3874926"/>
            <a:ext cx="1295672" cy="1295672"/>
          </a:xfrm>
          <a:prstGeom prst="rect">
            <a:avLst/>
          </a:prstGeom>
        </p:spPr>
      </p:pic>
      <p:pic>
        <p:nvPicPr>
          <p:cNvPr id="33" name="Graphic 32" descr="Typewriter outline">
            <a:extLst>
              <a:ext uri="{FF2B5EF4-FFF2-40B4-BE49-F238E27FC236}">
                <a16:creationId xmlns:a16="http://schemas.microsoft.com/office/drawing/2014/main" id="{72966F3A-4BE4-A5E7-3376-181B7358101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14223" y="3874926"/>
            <a:ext cx="1397504" cy="139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1320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41A14-6F08-A41C-4B41-A87083613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27F3908-65C4-B8EB-0866-58260ECED3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12296">
            <a:extLst>
              <a:ext uri="{FF2B5EF4-FFF2-40B4-BE49-F238E27FC236}">
                <a16:creationId xmlns:a16="http://schemas.microsoft.com/office/drawing/2014/main" id="{2EAF0C93-1DF7-D8C4-1850-CC1FDBA378B7}"/>
              </a:ext>
            </a:extLst>
          </p:cNvPr>
          <p:cNvSpPr txBox="1"/>
          <p:nvPr/>
        </p:nvSpPr>
        <p:spPr>
          <a:xfrm>
            <a:off x="1227980" y="1756405"/>
            <a:ext cx="585077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5" algn="ctr" defTabSz="234000"/>
            <a:r>
              <a:rPr lang="es-CO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Moto</a:t>
            </a:r>
          </a:p>
          <a:p>
            <a:pPr lvl="5" algn="ctr" defTabSz="234000"/>
            <a:r>
              <a:rPr lang="es-CO" sz="1600" b="1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Tipo de recorrido</a:t>
            </a:r>
          </a:p>
          <a:p>
            <a:pPr lvl="5" algn="ctr" defTabSz="234000"/>
            <a:r>
              <a:rPr lang="es-CO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Ciudad</a:t>
            </a:r>
          </a:p>
          <a:p>
            <a:pPr lvl="5" algn="ctr" defTabSz="234000"/>
            <a:r>
              <a:rPr lang="es-CO" sz="1600" b="1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Motivo del recorrido</a:t>
            </a:r>
          </a:p>
          <a:p>
            <a:pPr lvl="5" algn="ctr" defTabSz="234000"/>
            <a:r>
              <a:rPr lang="es-CO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Trabajo</a:t>
            </a:r>
          </a:p>
        </p:txBody>
      </p:sp>
      <p:sp>
        <p:nvSpPr>
          <p:cNvPr id="5" name="CuadroTexto 6">
            <a:extLst>
              <a:ext uri="{FF2B5EF4-FFF2-40B4-BE49-F238E27FC236}">
                <a16:creationId xmlns:a16="http://schemas.microsoft.com/office/drawing/2014/main" id="{FC7903C0-7DF9-C07C-AC81-24CEC1847C11}"/>
              </a:ext>
            </a:extLst>
          </p:cNvPr>
          <p:cNvSpPr txBox="1"/>
          <p:nvPr/>
        </p:nvSpPr>
        <p:spPr>
          <a:xfrm>
            <a:off x="5350912" y="1713301"/>
            <a:ext cx="63637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s-CO" sz="1600" i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endParaRPr lang="es-CO" sz="1600" b="1" i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es-CO" sz="1600" b="1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Hombre</a:t>
            </a:r>
          </a:p>
          <a:p>
            <a:pPr algn="r"/>
            <a:r>
              <a:rPr lang="es-CO" sz="1600" b="1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Edad: </a:t>
            </a:r>
            <a:r>
              <a:rPr lang="es-CO" sz="1600" b="1" i="1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  <a:r>
              <a:rPr lang="es-CO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años</a:t>
            </a:r>
            <a:r>
              <a:rPr lang="es-CO" sz="1600" b="1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s-CO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es-CO" sz="1600" b="1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Ocupación: </a:t>
            </a:r>
            <a:r>
              <a:rPr lang="es-CO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Ingeniero</a:t>
            </a:r>
            <a:endParaRPr lang="es-CO" sz="1600" b="1" i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es-CO" sz="1600" b="1" i="1" dirty="0">
                <a:latin typeface="Calibri" panose="020F0502020204030204" pitchFamily="34" charset="0"/>
                <a:cs typeface="Calibri" panose="020F0502020204030204" pitchFamily="34" charset="0"/>
              </a:rPr>
              <a:t>Etnia</a:t>
            </a:r>
            <a:r>
              <a:rPr lang="es-CO" sz="1600" b="1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CO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Afro</a:t>
            </a:r>
            <a:endParaRPr lang="es-CO"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adroTexto 12287">
            <a:extLst>
              <a:ext uri="{FF2B5EF4-FFF2-40B4-BE49-F238E27FC236}">
                <a16:creationId xmlns:a16="http://schemas.microsoft.com/office/drawing/2014/main" id="{C679AB14-1EFC-8E24-F235-1BEE5806BC9A}"/>
              </a:ext>
            </a:extLst>
          </p:cNvPr>
          <p:cNvSpPr txBox="1"/>
          <p:nvPr/>
        </p:nvSpPr>
        <p:spPr>
          <a:xfrm>
            <a:off x="3722163" y="1281908"/>
            <a:ext cx="2931931" cy="430887"/>
          </a:xfrm>
          <a:prstGeom prst="rect">
            <a:avLst/>
          </a:prstGeom>
          <a:gradFill flip="none" rotWithShape="1">
            <a:gsLst>
              <a:gs pos="0">
                <a:srgbClr val="DFD128">
                  <a:tint val="66000"/>
                  <a:satMod val="160000"/>
                </a:srgbClr>
              </a:gs>
              <a:gs pos="50000">
                <a:srgbClr val="DFD128">
                  <a:tint val="44500"/>
                  <a:satMod val="160000"/>
                </a:srgbClr>
              </a:gs>
              <a:gs pos="100000">
                <a:srgbClr val="DFD128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CO" sz="2200" b="1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Detalles del recorrido</a:t>
            </a:r>
          </a:p>
        </p:txBody>
      </p:sp>
      <p:pic>
        <p:nvPicPr>
          <p:cNvPr id="9" name="Gráfico 19" descr="Colisión con relleno sólido">
            <a:extLst>
              <a:ext uri="{FF2B5EF4-FFF2-40B4-BE49-F238E27FC236}">
                <a16:creationId xmlns:a16="http://schemas.microsoft.com/office/drawing/2014/main" id="{E085C5AD-CFEE-77FD-69C6-16F548EE9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6061" y="4188873"/>
            <a:ext cx="503698" cy="503698"/>
          </a:xfrm>
          <a:prstGeom prst="rect">
            <a:avLst/>
          </a:prstGeom>
        </p:spPr>
      </p:pic>
      <p:sp>
        <p:nvSpPr>
          <p:cNvPr id="11" name="CuadroTexto 22">
            <a:extLst>
              <a:ext uri="{FF2B5EF4-FFF2-40B4-BE49-F238E27FC236}">
                <a16:creationId xmlns:a16="http://schemas.microsoft.com/office/drawing/2014/main" id="{97C9935D-A77C-7FDD-8384-8198D850FFA7}"/>
              </a:ext>
            </a:extLst>
          </p:cNvPr>
          <p:cNvSpPr txBox="1"/>
          <p:nvPr/>
        </p:nvSpPr>
        <p:spPr>
          <a:xfrm>
            <a:off x="5518709" y="4265081"/>
            <a:ext cx="22595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dirty="0">
                <a:solidFill>
                  <a:srgbClr val="55257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Percepción de emisiones</a:t>
            </a:r>
          </a:p>
          <a:p>
            <a:pPr algn="ctr"/>
            <a:r>
              <a:rPr lang="es-ES" sz="1600" i="1" dirty="0">
                <a:latin typeface="Calibri" panose="020F0502020204030204" pitchFamily="34" charset="0"/>
                <a:cs typeface="Calibri" panose="020F0502020204030204" pitchFamily="34" charset="0"/>
              </a:rPr>
              <a:t>afectación en la calidad del aire debido a la contaminación de los </a:t>
            </a:r>
            <a:r>
              <a:rPr lang="es-ES" sz="1600" b="1" i="1" dirty="0">
                <a:latin typeface="Calibri" panose="020F0502020204030204" pitchFamily="34" charset="0"/>
                <a:cs typeface="Calibri" panose="020F0502020204030204" pitchFamily="34" charset="0"/>
              </a:rPr>
              <a:t>vehículos grandes</a:t>
            </a:r>
            <a:endParaRPr lang="es-CO" sz="1600" b="1" i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CuadroTexto 26">
            <a:extLst>
              <a:ext uri="{FF2B5EF4-FFF2-40B4-BE49-F238E27FC236}">
                <a16:creationId xmlns:a16="http://schemas.microsoft.com/office/drawing/2014/main" id="{787BA150-2310-1099-3DAA-D830A9463730}"/>
              </a:ext>
            </a:extLst>
          </p:cNvPr>
          <p:cNvSpPr txBox="1"/>
          <p:nvPr/>
        </p:nvSpPr>
        <p:spPr>
          <a:xfrm>
            <a:off x="7678853" y="4239816"/>
            <a:ext cx="19933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dirty="0">
                <a:solidFill>
                  <a:srgbClr val="55257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Percepción de seguridad</a:t>
            </a:r>
          </a:p>
          <a:p>
            <a:pPr algn="ctr"/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en general se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siente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seguro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en sus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recorridos</a:t>
            </a:r>
            <a:endParaRPr lang="es-CO" sz="16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CuadroTexto 27">
            <a:extLst>
              <a:ext uri="{FF2B5EF4-FFF2-40B4-BE49-F238E27FC236}">
                <a16:creationId xmlns:a16="http://schemas.microsoft.com/office/drawing/2014/main" id="{B5843F88-2DB4-3F44-1064-266BB0F5E4D7}"/>
              </a:ext>
            </a:extLst>
          </p:cNvPr>
          <p:cNvSpPr txBox="1"/>
          <p:nvPr/>
        </p:nvSpPr>
        <p:spPr>
          <a:xfrm>
            <a:off x="9566162" y="4236758"/>
            <a:ext cx="255404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dirty="0">
                <a:solidFill>
                  <a:srgbClr val="55257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Percepción de infraestructura</a:t>
            </a:r>
          </a:p>
          <a:p>
            <a:pPr algn="ctr"/>
            <a:r>
              <a:rPr lang="es-ES" sz="1600" i="1" dirty="0">
                <a:latin typeface="Calibri" panose="020F0502020204030204" pitchFamily="34" charset="0"/>
                <a:cs typeface="Calibri" panose="020F0502020204030204" pitchFamily="34" charset="0"/>
              </a:rPr>
              <a:t>daños en las vías y semáforos y muchos huecos</a:t>
            </a:r>
          </a:p>
          <a:p>
            <a:pPr algn="ctr"/>
            <a:r>
              <a:rPr lang="es-ES" sz="16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Reducción de carriles por el MIO</a:t>
            </a:r>
            <a:endParaRPr lang="es-CO" sz="1600" i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CuadroTexto 31">
            <a:extLst>
              <a:ext uri="{FF2B5EF4-FFF2-40B4-BE49-F238E27FC236}">
                <a16:creationId xmlns:a16="http://schemas.microsoft.com/office/drawing/2014/main" id="{16AA835E-A12F-504E-74F6-9FC909FC23FB}"/>
              </a:ext>
            </a:extLst>
          </p:cNvPr>
          <p:cNvSpPr txBox="1"/>
          <p:nvPr/>
        </p:nvSpPr>
        <p:spPr>
          <a:xfrm>
            <a:off x="3336126" y="4265081"/>
            <a:ext cx="23451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dirty="0">
                <a:solidFill>
                  <a:srgbClr val="55257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Modo soñado</a:t>
            </a:r>
          </a:p>
          <a:p>
            <a:pPr algn="ctr"/>
            <a:r>
              <a:rPr lang="es-CO" sz="16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992EE1A-5FCC-496C-75AC-7F08F76C574D}"/>
              </a:ext>
            </a:extLst>
          </p:cNvPr>
          <p:cNvSpPr/>
          <p:nvPr/>
        </p:nvSpPr>
        <p:spPr>
          <a:xfrm>
            <a:off x="7575237" y="1295399"/>
            <a:ext cx="3854521" cy="391886"/>
          </a:xfrm>
          <a:prstGeom prst="roundRect">
            <a:avLst/>
          </a:prstGeom>
          <a:gradFill flip="none" rotWithShape="1">
            <a:gsLst>
              <a:gs pos="0">
                <a:srgbClr val="DFD128">
                  <a:tint val="66000"/>
                  <a:satMod val="160000"/>
                </a:srgbClr>
              </a:gs>
              <a:gs pos="50000">
                <a:srgbClr val="DFD128">
                  <a:tint val="44500"/>
                  <a:satMod val="160000"/>
                </a:srgbClr>
              </a:gs>
              <a:gs pos="100000">
                <a:srgbClr val="DFD128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200" b="1" i="1" dirty="0">
                <a:solidFill>
                  <a:schemeClr val="tx1"/>
                </a:solidFill>
              </a:rPr>
              <a:t>Ficha resumen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CB724E-8C53-BB3D-ACD9-90A5EE7209D6}"/>
              </a:ext>
            </a:extLst>
          </p:cNvPr>
          <p:cNvSpPr txBox="1"/>
          <p:nvPr/>
        </p:nvSpPr>
        <p:spPr>
          <a:xfrm>
            <a:off x="7273891" y="1749749"/>
            <a:ext cx="45248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8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Recorrido cotidiano conversado – Cali</a:t>
            </a:r>
          </a:p>
        </p:txBody>
      </p:sp>
      <p:pic>
        <p:nvPicPr>
          <p:cNvPr id="27" name="Graphic 26" descr="Construction worker female with solid fill">
            <a:extLst>
              <a:ext uri="{FF2B5EF4-FFF2-40B4-BE49-F238E27FC236}">
                <a16:creationId xmlns:a16="http://schemas.microsoft.com/office/drawing/2014/main" id="{BAABB477-C7ED-D50F-E88D-E8D1FA6FAB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26463" y="3621516"/>
            <a:ext cx="739438" cy="739438"/>
          </a:xfrm>
          <a:prstGeom prst="rect">
            <a:avLst/>
          </a:prstGeom>
        </p:spPr>
      </p:pic>
      <p:pic>
        <p:nvPicPr>
          <p:cNvPr id="29" name="Graphic 28" descr="Thumbs up sign with solid fill">
            <a:extLst>
              <a:ext uri="{FF2B5EF4-FFF2-40B4-BE49-F238E27FC236}">
                <a16:creationId xmlns:a16="http://schemas.microsoft.com/office/drawing/2014/main" id="{16490ECB-EEBF-D411-E996-BD6FD74F71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63463" y="3695071"/>
            <a:ext cx="617445" cy="617445"/>
          </a:xfrm>
          <a:prstGeom prst="rect">
            <a:avLst/>
          </a:prstGeom>
        </p:spPr>
      </p:pic>
      <p:pic>
        <p:nvPicPr>
          <p:cNvPr id="31" name="Graphic 30" descr="Renewable Energy with solid fill">
            <a:extLst>
              <a:ext uri="{FF2B5EF4-FFF2-40B4-BE49-F238E27FC236}">
                <a16:creationId xmlns:a16="http://schemas.microsoft.com/office/drawing/2014/main" id="{76107FEE-B846-804A-A843-0E87454C72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93921" y="3695071"/>
            <a:ext cx="714591" cy="71459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E4F38C2-CADB-4E1F-B093-EBCE056C7A3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19"/>
          <a:stretch/>
        </p:blipFill>
        <p:spPr>
          <a:xfrm>
            <a:off x="44244" y="899652"/>
            <a:ext cx="3567443" cy="4935089"/>
          </a:xfrm>
          <a:prstGeom prst="rect">
            <a:avLst/>
          </a:prstGeom>
        </p:spPr>
      </p:pic>
      <p:pic>
        <p:nvPicPr>
          <p:cNvPr id="13" name="Gráfico 12" descr="Globo de pensamiento">
            <a:extLst>
              <a:ext uri="{FF2B5EF4-FFF2-40B4-BE49-F238E27FC236}">
                <a16:creationId xmlns:a16="http://schemas.microsoft.com/office/drawing/2014/main" id="{2D649EC7-675C-4986-A094-63C64DCBDE2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38305" y="3778157"/>
            <a:ext cx="662565" cy="66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263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41A14-6F08-A41C-4B41-A87083613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27F3908-65C4-B8EB-0866-58260ECED3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12296">
            <a:extLst>
              <a:ext uri="{FF2B5EF4-FFF2-40B4-BE49-F238E27FC236}">
                <a16:creationId xmlns:a16="http://schemas.microsoft.com/office/drawing/2014/main" id="{2EAF0C93-1DF7-D8C4-1850-CC1FDBA378B7}"/>
              </a:ext>
            </a:extLst>
          </p:cNvPr>
          <p:cNvSpPr txBox="1"/>
          <p:nvPr/>
        </p:nvSpPr>
        <p:spPr>
          <a:xfrm>
            <a:off x="1227980" y="1756405"/>
            <a:ext cx="585077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5" algn="ctr" defTabSz="234000"/>
            <a:r>
              <a:rPr lang="es-CO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MIO – Moto Plataforma</a:t>
            </a:r>
          </a:p>
          <a:p>
            <a:pPr lvl="5" algn="ctr" defTabSz="234000"/>
            <a:r>
              <a:rPr lang="es-CO" sz="1600" b="1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Tipo de recorrido</a:t>
            </a:r>
          </a:p>
          <a:p>
            <a:pPr lvl="5" algn="ctr" defTabSz="234000"/>
            <a:r>
              <a:rPr lang="es-CO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Ciudad</a:t>
            </a:r>
          </a:p>
          <a:p>
            <a:pPr lvl="5" algn="ctr" defTabSz="234000"/>
            <a:r>
              <a:rPr lang="es-CO" sz="1600" b="1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Motivo del recorrido</a:t>
            </a:r>
          </a:p>
          <a:p>
            <a:pPr lvl="5" algn="ctr" defTabSz="234000"/>
            <a:r>
              <a:rPr lang="es-CO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Estudio y Trabajo</a:t>
            </a:r>
          </a:p>
        </p:txBody>
      </p:sp>
      <p:sp>
        <p:nvSpPr>
          <p:cNvPr id="5" name="CuadroTexto 6">
            <a:extLst>
              <a:ext uri="{FF2B5EF4-FFF2-40B4-BE49-F238E27FC236}">
                <a16:creationId xmlns:a16="http://schemas.microsoft.com/office/drawing/2014/main" id="{FC7903C0-7DF9-C07C-AC81-24CEC1847C11}"/>
              </a:ext>
            </a:extLst>
          </p:cNvPr>
          <p:cNvSpPr txBox="1"/>
          <p:nvPr/>
        </p:nvSpPr>
        <p:spPr>
          <a:xfrm>
            <a:off x="7078755" y="1713301"/>
            <a:ext cx="46358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s-CO" sz="1600" i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endParaRPr lang="es-CO" sz="1600" b="1" i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es-CO" sz="1600" b="1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Mujer</a:t>
            </a:r>
          </a:p>
          <a:p>
            <a:pPr algn="r"/>
            <a:r>
              <a:rPr lang="es-CO" sz="1600" b="1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Edad: </a:t>
            </a:r>
            <a:r>
              <a:rPr lang="es-CO" sz="16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</a:t>
            </a:r>
            <a:r>
              <a:rPr lang="es-CO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años</a:t>
            </a:r>
            <a:r>
              <a:rPr lang="es-CO" sz="1600" b="1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s-CO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es-CO" sz="1600" b="1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Ocupación: </a:t>
            </a:r>
            <a:r>
              <a:rPr lang="es-CO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Estudiante - Mesera</a:t>
            </a:r>
            <a:endParaRPr lang="es-CO" sz="1600" b="1" i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es-CO" sz="1600" i="1" dirty="0">
                <a:latin typeface="Calibri" panose="020F0502020204030204" pitchFamily="34" charset="0"/>
                <a:cs typeface="Calibri" panose="020F0502020204030204" pitchFamily="34" charset="0"/>
              </a:rPr>
              <a:t>Migrante</a:t>
            </a:r>
            <a:endParaRPr lang="es-CO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adroTexto 12287">
            <a:extLst>
              <a:ext uri="{FF2B5EF4-FFF2-40B4-BE49-F238E27FC236}">
                <a16:creationId xmlns:a16="http://schemas.microsoft.com/office/drawing/2014/main" id="{C679AB14-1EFC-8E24-F235-1BEE5806BC9A}"/>
              </a:ext>
            </a:extLst>
          </p:cNvPr>
          <p:cNvSpPr txBox="1"/>
          <p:nvPr/>
        </p:nvSpPr>
        <p:spPr>
          <a:xfrm>
            <a:off x="3722163" y="1281908"/>
            <a:ext cx="2931931" cy="430887"/>
          </a:xfrm>
          <a:prstGeom prst="rect">
            <a:avLst/>
          </a:prstGeom>
          <a:gradFill flip="none" rotWithShape="1">
            <a:gsLst>
              <a:gs pos="0">
                <a:srgbClr val="DFD128">
                  <a:tint val="66000"/>
                  <a:satMod val="160000"/>
                </a:srgbClr>
              </a:gs>
              <a:gs pos="50000">
                <a:srgbClr val="DFD128">
                  <a:tint val="44500"/>
                  <a:satMod val="160000"/>
                </a:srgbClr>
              </a:gs>
              <a:gs pos="100000">
                <a:srgbClr val="DFD128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CO" sz="2200" b="1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Detalles del recorrido</a:t>
            </a:r>
          </a:p>
        </p:txBody>
      </p:sp>
      <p:pic>
        <p:nvPicPr>
          <p:cNvPr id="9" name="Gráfico 19" descr="Colisión con relleno sólido">
            <a:extLst>
              <a:ext uri="{FF2B5EF4-FFF2-40B4-BE49-F238E27FC236}">
                <a16:creationId xmlns:a16="http://schemas.microsoft.com/office/drawing/2014/main" id="{E085C5AD-CFEE-77FD-69C6-16F548EE9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6061" y="4188873"/>
            <a:ext cx="503698" cy="503698"/>
          </a:xfrm>
          <a:prstGeom prst="rect">
            <a:avLst/>
          </a:prstGeom>
        </p:spPr>
      </p:pic>
      <p:sp>
        <p:nvSpPr>
          <p:cNvPr id="11" name="CuadroTexto 22">
            <a:extLst>
              <a:ext uri="{FF2B5EF4-FFF2-40B4-BE49-F238E27FC236}">
                <a16:creationId xmlns:a16="http://schemas.microsoft.com/office/drawing/2014/main" id="{97C9935D-A77C-7FDD-8384-8198D850FFA7}"/>
              </a:ext>
            </a:extLst>
          </p:cNvPr>
          <p:cNvSpPr txBox="1"/>
          <p:nvPr/>
        </p:nvSpPr>
        <p:spPr>
          <a:xfrm>
            <a:off x="5268391" y="4250333"/>
            <a:ext cx="22595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dirty="0">
                <a:solidFill>
                  <a:srgbClr val="55257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Percepción de emisiones</a:t>
            </a:r>
          </a:p>
          <a:p>
            <a:pPr algn="ctr"/>
            <a:r>
              <a:rPr lang="es-ES" sz="1600" i="1" dirty="0">
                <a:latin typeface="Calibri" panose="020F0502020204030204" pitchFamily="34" charset="0"/>
                <a:cs typeface="Calibri" panose="020F0502020204030204" pitchFamily="34" charset="0"/>
              </a:rPr>
              <a:t>No se fijado en ese aspecto del transporte</a:t>
            </a:r>
            <a:endParaRPr lang="es-CO" sz="1600" b="1" i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CuadroTexto 26">
            <a:extLst>
              <a:ext uri="{FF2B5EF4-FFF2-40B4-BE49-F238E27FC236}">
                <a16:creationId xmlns:a16="http://schemas.microsoft.com/office/drawing/2014/main" id="{787BA150-2310-1099-3DAA-D830A9463730}"/>
              </a:ext>
            </a:extLst>
          </p:cNvPr>
          <p:cNvSpPr txBox="1"/>
          <p:nvPr/>
        </p:nvSpPr>
        <p:spPr>
          <a:xfrm>
            <a:off x="7326998" y="4328304"/>
            <a:ext cx="263650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dirty="0">
                <a:solidFill>
                  <a:srgbClr val="55257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Percepción de seguridad</a:t>
            </a:r>
          </a:p>
          <a:p>
            <a:pPr algn="ctr"/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Percepción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inseguridad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en el MIO y en las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motos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plataforma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, en especial, </a:t>
            </a:r>
            <a:r>
              <a:rPr lang="en-US" sz="1600" b="1" i="1" dirty="0">
                <a:latin typeface="Calibri" panose="020F0502020204030204" pitchFamily="34" charset="0"/>
                <a:cs typeface="Calibri" panose="020F0502020204030204" pitchFamily="34" charset="0"/>
              </a:rPr>
              <a:t>en la </a:t>
            </a:r>
            <a:r>
              <a:rPr lang="en-US" sz="16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noches</a:t>
            </a:r>
            <a:endParaRPr lang="es-CO" sz="16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CuadroTexto 27">
            <a:extLst>
              <a:ext uri="{FF2B5EF4-FFF2-40B4-BE49-F238E27FC236}">
                <a16:creationId xmlns:a16="http://schemas.microsoft.com/office/drawing/2014/main" id="{B5843F88-2DB4-3F44-1064-266BB0F5E4D7}"/>
              </a:ext>
            </a:extLst>
          </p:cNvPr>
          <p:cNvSpPr txBox="1"/>
          <p:nvPr/>
        </p:nvSpPr>
        <p:spPr>
          <a:xfrm>
            <a:off x="9566162" y="4236758"/>
            <a:ext cx="25540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dirty="0">
                <a:solidFill>
                  <a:srgbClr val="55257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Percepción de infraestructura</a:t>
            </a:r>
          </a:p>
          <a:p>
            <a:pPr algn="ctr"/>
            <a:r>
              <a:rPr lang="es-ES" sz="1600" i="1" dirty="0">
                <a:latin typeface="Calibri" panose="020F0502020204030204" pitchFamily="34" charset="0"/>
                <a:cs typeface="Calibri" panose="020F0502020204030204" pitchFamily="34" charset="0"/>
              </a:rPr>
              <a:t>Vías en mal estado</a:t>
            </a:r>
            <a:endParaRPr lang="es-CO" sz="1600" i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CuadroTexto 31">
            <a:extLst>
              <a:ext uri="{FF2B5EF4-FFF2-40B4-BE49-F238E27FC236}">
                <a16:creationId xmlns:a16="http://schemas.microsoft.com/office/drawing/2014/main" id="{16AA835E-A12F-504E-74F6-9FC909FC23FB}"/>
              </a:ext>
            </a:extLst>
          </p:cNvPr>
          <p:cNvSpPr txBox="1"/>
          <p:nvPr/>
        </p:nvSpPr>
        <p:spPr>
          <a:xfrm>
            <a:off x="3336126" y="4265081"/>
            <a:ext cx="23451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dirty="0">
                <a:solidFill>
                  <a:srgbClr val="55257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Modo soñado</a:t>
            </a:r>
          </a:p>
          <a:p>
            <a:pPr algn="ctr"/>
            <a:r>
              <a:rPr lang="es-CO" sz="16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992EE1A-5FCC-496C-75AC-7F08F76C574D}"/>
              </a:ext>
            </a:extLst>
          </p:cNvPr>
          <p:cNvSpPr/>
          <p:nvPr/>
        </p:nvSpPr>
        <p:spPr>
          <a:xfrm>
            <a:off x="7575237" y="1295399"/>
            <a:ext cx="3854521" cy="391886"/>
          </a:xfrm>
          <a:prstGeom prst="roundRect">
            <a:avLst/>
          </a:prstGeom>
          <a:gradFill flip="none" rotWithShape="1">
            <a:gsLst>
              <a:gs pos="0">
                <a:srgbClr val="DFD128">
                  <a:tint val="66000"/>
                  <a:satMod val="160000"/>
                </a:srgbClr>
              </a:gs>
              <a:gs pos="50000">
                <a:srgbClr val="DFD128">
                  <a:tint val="44500"/>
                  <a:satMod val="160000"/>
                </a:srgbClr>
              </a:gs>
              <a:gs pos="100000">
                <a:srgbClr val="DFD128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200" b="1" i="1" dirty="0">
                <a:solidFill>
                  <a:schemeClr val="tx1"/>
                </a:solidFill>
              </a:rPr>
              <a:t>Ficha resumen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CB724E-8C53-BB3D-ACD9-90A5EE7209D6}"/>
              </a:ext>
            </a:extLst>
          </p:cNvPr>
          <p:cNvSpPr txBox="1"/>
          <p:nvPr/>
        </p:nvSpPr>
        <p:spPr>
          <a:xfrm>
            <a:off x="7273891" y="1749749"/>
            <a:ext cx="45248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8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Recorrido cotidiano conversado – Cali</a:t>
            </a:r>
          </a:p>
        </p:txBody>
      </p:sp>
      <p:pic>
        <p:nvPicPr>
          <p:cNvPr id="27" name="Graphic 26" descr="Construction worker female with solid fill">
            <a:extLst>
              <a:ext uri="{FF2B5EF4-FFF2-40B4-BE49-F238E27FC236}">
                <a16:creationId xmlns:a16="http://schemas.microsoft.com/office/drawing/2014/main" id="{BAABB477-C7ED-D50F-E88D-E8D1FA6FAB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26463" y="3621516"/>
            <a:ext cx="739438" cy="739438"/>
          </a:xfrm>
          <a:prstGeom prst="rect">
            <a:avLst/>
          </a:prstGeom>
        </p:spPr>
      </p:pic>
      <p:pic>
        <p:nvPicPr>
          <p:cNvPr id="29" name="Graphic 28" descr="Thumbs up sign with solid fill">
            <a:extLst>
              <a:ext uri="{FF2B5EF4-FFF2-40B4-BE49-F238E27FC236}">
                <a16:creationId xmlns:a16="http://schemas.microsoft.com/office/drawing/2014/main" id="{16490ECB-EEBF-D411-E996-BD6FD74F71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63463" y="3695071"/>
            <a:ext cx="617445" cy="617445"/>
          </a:xfrm>
          <a:prstGeom prst="rect">
            <a:avLst/>
          </a:prstGeom>
        </p:spPr>
      </p:pic>
      <p:pic>
        <p:nvPicPr>
          <p:cNvPr id="31" name="Graphic 30" descr="Renewable Energy with solid fill">
            <a:extLst>
              <a:ext uri="{FF2B5EF4-FFF2-40B4-BE49-F238E27FC236}">
                <a16:creationId xmlns:a16="http://schemas.microsoft.com/office/drawing/2014/main" id="{76107FEE-B846-804A-A843-0E87454C72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43603" y="3636079"/>
            <a:ext cx="714591" cy="71459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7086686-C0B4-43D0-ADA0-107AEDD45C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048" y="1017638"/>
            <a:ext cx="3556939" cy="4788779"/>
          </a:xfrm>
          <a:prstGeom prst="rect">
            <a:avLst/>
          </a:prstGeom>
        </p:spPr>
      </p:pic>
      <p:pic>
        <p:nvPicPr>
          <p:cNvPr id="20" name="Gráfico 19" descr="Globo de pensamiento">
            <a:extLst>
              <a:ext uri="{FF2B5EF4-FFF2-40B4-BE49-F238E27FC236}">
                <a16:creationId xmlns:a16="http://schemas.microsoft.com/office/drawing/2014/main" id="{A397CF69-DC48-4B7E-B3F2-CDC5AB33991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38305" y="3778157"/>
            <a:ext cx="662565" cy="66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3563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A583E2A-D2AF-405B-AC99-AA0F266576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Google Shape;133;p16">
            <a:extLst>
              <a:ext uri="{FF2B5EF4-FFF2-40B4-BE49-F238E27FC236}">
                <a16:creationId xmlns:a16="http://schemas.microsoft.com/office/drawing/2014/main" id="{F669E4C9-8C8A-45EF-B152-25F22EB41163}"/>
              </a:ext>
            </a:extLst>
          </p:cNvPr>
          <p:cNvSpPr txBox="1"/>
          <p:nvPr/>
        </p:nvSpPr>
        <p:spPr>
          <a:xfrm>
            <a:off x="180800" y="1008437"/>
            <a:ext cx="1183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4800" b="1">
                <a:solidFill>
                  <a:srgbClr val="78458B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s-419" sz="2800" dirty="0">
                <a:solidFill>
                  <a:srgbClr val="55257D"/>
                </a:solidFill>
                <a:sym typeface="Calibri"/>
              </a:rPr>
              <a:t>Comentarios de mujeres</a:t>
            </a:r>
            <a:endParaRPr lang="es-419" sz="2800" dirty="0">
              <a:solidFill>
                <a:srgbClr val="55257D"/>
              </a:solidFill>
            </a:endParaRPr>
          </a:p>
        </p:txBody>
      </p:sp>
      <p:sp>
        <p:nvSpPr>
          <p:cNvPr id="2" name="Bocadillo: rectángulo con esquinas redondeadas 1">
            <a:extLst>
              <a:ext uri="{FF2B5EF4-FFF2-40B4-BE49-F238E27FC236}">
                <a16:creationId xmlns:a16="http://schemas.microsoft.com/office/drawing/2014/main" id="{8E910FC5-BF49-4318-A355-C104A199280A}"/>
              </a:ext>
            </a:extLst>
          </p:cNvPr>
          <p:cNvSpPr/>
          <p:nvPr/>
        </p:nvSpPr>
        <p:spPr>
          <a:xfrm rot="20211075">
            <a:off x="342669" y="2034841"/>
            <a:ext cx="3611473" cy="2788317"/>
          </a:xfrm>
          <a:prstGeom prst="wedgeRoundRectCallout">
            <a:avLst/>
          </a:prstGeom>
          <a:solidFill>
            <a:srgbClr val="EFE9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000" b="1" dirty="0">
                <a:solidFill>
                  <a:schemeClr val="tx1"/>
                </a:solidFill>
              </a:rPr>
              <a:t>“me da miedo, pero no me queda de otra y que sí o sí me toca perder el miedo y confiar, porque es el único transporte que me puede llevar a esa hora y a un precio favorable”. Usuaria moto plataforma.</a:t>
            </a:r>
            <a:endParaRPr lang="en-US" sz="2000" dirty="0"/>
          </a:p>
        </p:txBody>
      </p:sp>
      <p:sp>
        <p:nvSpPr>
          <p:cNvPr id="6" name="Bocadillo: rectángulo con esquinas redondeadas 5">
            <a:extLst>
              <a:ext uri="{FF2B5EF4-FFF2-40B4-BE49-F238E27FC236}">
                <a16:creationId xmlns:a16="http://schemas.microsoft.com/office/drawing/2014/main" id="{B5E77C98-3DB5-43D1-A627-C639BEB0ADC1}"/>
              </a:ext>
            </a:extLst>
          </p:cNvPr>
          <p:cNvSpPr/>
          <p:nvPr/>
        </p:nvSpPr>
        <p:spPr>
          <a:xfrm rot="20762006">
            <a:off x="7404085" y="3454921"/>
            <a:ext cx="3313389" cy="2428758"/>
          </a:xfrm>
          <a:prstGeom prst="wedgeRoundRectCallout">
            <a:avLst/>
          </a:prstGeom>
          <a:solidFill>
            <a:srgbClr val="BBD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000" b="1" dirty="0">
                <a:solidFill>
                  <a:schemeClr val="tx1"/>
                </a:solidFill>
              </a:rPr>
              <a:t>“Lo que más me gusta del MIO es la economía porque yo sé que con 3.200 puedo coger tres y con eso me lleva hasta donde voy” </a:t>
            </a:r>
            <a:endParaRPr lang="en-US" sz="2000" dirty="0"/>
          </a:p>
        </p:txBody>
      </p:sp>
      <p:sp>
        <p:nvSpPr>
          <p:cNvPr id="7" name="Bocadillo: rectángulo con esquinas redondeadas 6">
            <a:extLst>
              <a:ext uri="{FF2B5EF4-FFF2-40B4-BE49-F238E27FC236}">
                <a16:creationId xmlns:a16="http://schemas.microsoft.com/office/drawing/2014/main" id="{6094C792-E869-4611-8AB9-792733BBA1C0}"/>
              </a:ext>
            </a:extLst>
          </p:cNvPr>
          <p:cNvSpPr/>
          <p:nvPr/>
        </p:nvSpPr>
        <p:spPr>
          <a:xfrm rot="763591">
            <a:off x="4101702" y="1905410"/>
            <a:ext cx="3313389" cy="2428758"/>
          </a:xfrm>
          <a:prstGeom prst="wedgeRoundRectCallout">
            <a:avLst/>
          </a:prstGeom>
          <a:solidFill>
            <a:srgbClr val="C9AB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000" b="1" dirty="0">
                <a:solidFill>
                  <a:schemeClr val="tx1"/>
                </a:solidFill>
              </a:rPr>
              <a:t>“Siempre me gustó la moto y siempre decía que quería tener una moto y ahorré hasta que me la compré. Porque siempre ese fue mi sueño, tener mi propio medio de transporte”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Bocadillo: rectángulo con esquinas redondeadas 9">
            <a:extLst>
              <a:ext uri="{FF2B5EF4-FFF2-40B4-BE49-F238E27FC236}">
                <a16:creationId xmlns:a16="http://schemas.microsoft.com/office/drawing/2014/main" id="{05C4BC3F-1882-413D-ACD9-2206D0AAF737}"/>
              </a:ext>
            </a:extLst>
          </p:cNvPr>
          <p:cNvSpPr/>
          <p:nvPr/>
        </p:nvSpPr>
        <p:spPr>
          <a:xfrm rot="21433866">
            <a:off x="8747037" y="1535067"/>
            <a:ext cx="3313389" cy="1784755"/>
          </a:xfrm>
          <a:prstGeom prst="wedgeRoundRectCallou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000" b="1" dirty="0">
                <a:solidFill>
                  <a:schemeClr val="tx1"/>
                </a:solidFill>
              </a:rPr>
              <a:t>“¿Por qué prefieres el MIO? Porque no tengo plata pa’ comprarme una moto propia (risas).” </a:t>
            </a:r>
            <a:br>
              <a:rPr lang="es-ES" sz="2000" b="1" dirty="0">
                <a:solidFill>
                  <a:schemeClr val="tx1"/>
                </a:solidFill>
              </a:rPr>
            </a:br>
            <a:endParaRPr lang="es-E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929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A583E2A-D2AF-405B-AC99-AA0F266576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Google Shape;133;p16">
            <a:extLst>
              <a:ext uri="{FF2B5EF4-FFF2-40B4-BE49-F238E27FC236}">
                <a16:creationId xmlns:a16="http://schemas.microsoft.com/office/drawing/2014/main" id="{F669E4C9-8C8A-45EF-B152-25F22EB41163}"/>
              </a:ext>
            </a:extLst>
          </p:cNvPr>
          <p:cNvSpPr txBox="1"/>
          <p:nvPr/>
        </p:nvSpPr>
        <p:spPr>
          <a:xfrm>
            <a:off x="180800" y="1008437"/>
            <a:ext cx="1183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4800" b="1">
                <a:solidFill>
                  <a:srgbClr val="78458B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s-419" sz="2800" dirty="0">
                <a:solidFill>
                  <a:srgbClr val="55257D"/>
                </a:solidFill>
                <a:sym typeface="Calibri"/>
              </a:rPr>
              <a:t>Comentarios de hombres</a:t>
            </a:r>
            <a:endParaRPr lang="es-419" sz="2800" dirty="0">
              <a:solidFill>
                <a:srgbClr val="55257D"/>
              </a:solidFill>
            </a:endParaRPr>
          </a:p>
        </p:txBody>
      </p:sp>
      <p:sp>
        <p:nvSpPr>
          <p:cNvPr id="2" name="Bocadillo: rectángulo con esquinas redondeadas 1">
            <a:extLst>
              <a:ext uri="{FF2B5EF4-FFF2-40B4-BE49-F238E27FC236}">
                <a16:creationId xmlns:a16="http://schemas.microsoft.com/office/drawing/2014/main" id="{8E910FC5-BF49-4318-A355-C104A199280A}"/>
              </a:ext>
            </a:extLst>
          </p:cNvPr>
          <p:cNvSpPr/>
          <p:nvPr/>
        </p:nvSpPr>
        <p:spPr>
          <a:xfrm rot="20211075">
            <a:off x="308482" y="2410396"/>
            <a:ext cx="3611473" cy="1119634"/>
          </a:xfrm>
          <a:prstGeom prst="wedgeRoundRectCallout">
            <a:avLst/>
          </a:prstGeom>
          <a:solidFill>
            <a:srgbClr val="EFE9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000" b="1" dirty="0">
                <a:solidFill>
                  <a:schemeClr val="tx1"/>
                </a:solidFill>
              </a:rPr>
              <a:t> “Es mucho más barato un carro eléctrico”</a:t>
            </a:r>
            <a:endParaRPr lang="en-US" sz="2000" dirty="0"/>
          </a:p>
        </p:txBody>
      </p:sp>
      <p:sp>
        <p:nvSpPr>
          <p:cNvPr id="7" name="Bocadillo: rectángulo con esquinas redondeadas 6">
            <a:extLst>
              <a:ext uri="{FF2B5EF4-FFF2-40B4-BE49-F238E27FC236}">
                <a16:creationId xmlns:a16="http://schemas.microsoft.com/office/drawing/2014/main" id="{6094C792-E869-4611-8AB9-792733BBA1C0}"/>
              </a:ext>
            </a:extLst>
          </p:cNvPr>
          <p:cNvSpPr/>
          <p:nvPr/>
        </p:nvSpPr>
        <p:spPr>
          <a:xfrm rot="763591">
            <a:off x="4455263" y="2184433"/>
            <a:ext cx="3313389" cy="2428758"/>
          </a:xfrm>
          <a:prstGeom prst="wedgeRoundRectCallout">
            <a:avLst/>
          </a:prstGeom>
          <a:solidFill>
            <a:srgbClr val="C9AB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000" b="1" dirty="0">
                <a:solidFill>
                  <a:schemeClr val="tx1"/>
                </a:solidFill>
              </a:rPr>
              <a:t>“hay mucha inseguridad. Yo no he tenido carro en el que no me hayan robado los espejos”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Bocadillo: rectángulo con esquinas redondeadas 9">
            <a:extLst>
              <a:ext uri="{FF2B5EF4-FFF2-40B4-BE49-F238E27FC236}">
                <a16:creationId xmlns:a16="http://schemas.microsoft.com/office/drawing/2014/main" id="{05C4BC3F-1882-413D-ACD9-2206D0AAF737}"/>
              </a:ext>
            </a:extLst>
          </p:cNvPr>
          <p:cNvSpPr/>
          <p:nvPr/>
        </p:nvSpPr>
        <p:spPr>
          <a:xfrm rot="21433866">
            <a:off x="8747037" y="1535067"/>
            <a:ext cx="3313389" cy="1784755"/>
          </a:xfrm>
          <a:prstGeom prst="wedgeRoundRectCallou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000" b="1" dirty="0">
                <a:solidFill>
                  <a:schemeClr val="tx1"/>
                </a:solidFill>
              </a:rPr>
              <a:t>“Me gusta caminar porque es como mi tiempo personal y el despeje mental”</a:t>
            </a:r>
          </a:p>
        </p:txBody>
      </p:sp>
    </p:spTree>
    <p:extLst>
      <p:ext uri="{BB962C8B-B14F-4D97-AF65-F5344CB8AC3E}">
        <p14:creationId xmlns:p14="http://schemas.microsoft.com/office/powerpoint/2010/main" val="3947712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23232-AB13-7C55-7FCC-58B0F8C0D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B0AA38F-CC4E-8B85-571F-A7A9A269F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Google Shape;133;p16">
            <a:extLst>
              <a:ext uri="{FF2B5EF4-FFF2-40B4-BE49-F238E27FC236}">
                <a16:creationId xmlns:a16="http://schemas.microsoft.com/office/drawing/2014/main" id="{B38D232B-858D-AEE7-05FA-7FB47BD8E564}"/>
              </a:ext>
            </a:extLst>
          </p:cNvPr>
          <p:cNvSpPr txBox="1"/>
          <p:nvPr/>
        </p:nvSpPr>
        <p:spPr>
          <a:xfrm>
            <a:off x="180800" y="1045402"/>
            <a:ext cx="1183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4800" b="1">
                <a:solidFill>
                  <a:srgbClr val="78458B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s-419" sz="2800" dirty="0">
                <a:solidFill>
                  <a:srgbClr val="55257D"/>
                </a:solidFill>
                <a:sym typeface="Calibri"/>
              </a:rPr>
              <a:t>Grupos Focales</a:t>
            </a:r>
            <a:endParaRPr lang="es-419" sz="2800" dirty="0">
              <a:solidFill>
                <a:srgbClr val="55257D"/>
              </a:solidFill>
            </a:endParaRPr>
          </a:p>
        </p:txBody>
      </p:sp>
      <p:grpSp>
        <p:nvGrpSpPr>
          <p:cNvPr id="4" name="Grupo 2">
            <a:extLst>
              <a:ext uri="{FF2B5EF4-FFF2-40B4-BE49-F238E27FC236}">
                <a16:creationId xmlns:a16="http://schemas.microsoft.com/office/drawing/2014/main" id="{790CAA68-C9F6-C888-DAE4-1F4C14C07734}"/>
              </a:ext>
            </a:extLst>
          </p:cNvPr>
          <p:cNvGrpSpPr/>
          <p:nvPr/>
        </p:nvGrpSpPr>
        <p:grpSpPr>
          <a:xfrm>
            <a:off x="633804" y="1754736"/>
            <a:ext cx="10855399" cy="3348528"/>
            <a:chOff x="783770" y="1546498"/>
            <a:chExt cx="10855399" cy="3348528"/>
          </a:xfrm>
        </p:grpSpPr>
        <p:sp>
          <p:nvSpPr>
            <p:cNvPr id="5" name="Google Shape;135;p16">
              <a:extLst>
                <a:ext uri="{FF2B5EF4-FFF2-40B4-BE49-F238E27FC236}">
                  <a16:creationId xmlns:a16="http://schemas.microsoft.com/office/drawing/2014/main" id="{023F04C2-1C33-1348-57B1-D078A91C3962}"/>
                </a:ext>
              </a:extLst>
            </p:cNvPr>
            <p:cNvSpPr txBox="1"/>
            <p:nvPr/>
          </p:nvSpPr>
          <p:spPr>
            <a:xfrm>
              <a:off x="6140769" y="1546498"/>
              <a:ext cx="5498400" cy="4308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>
                <a:buSzPts val="1800"/>
              </a:pPr>
              <a:r>
                <a:rPr lang="es-419" sz="2200" b="1" dirty="0">
                  <a:latin typeface="Calibri"/>
                  <a:ea typeface="Calibri"/>
                  <a:cs typeface="Calibri"/>
                  <a:sym typeface="Calibri"/>
                </a:rPr>
                <a:t>Propósito</a:t>
              </a:r>
              <a:endParaRPr sz="2200"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36;p16">
              <a:extLst>
                <a:ext uri="{FF2B5EF4-FFF2-40B4-BE49-F238E27FC236}">
                  <a16:creationId xmlns:a16="http://schemas.microsoft.com/office/drawing/2014/main" id="{FF461BB5-0C59-3E0B-99E6-C10EA9B009BF}"/>
                </a:ext>
              </a:extLst>
            </p:cNvPr>
            <p:cNvSpPr txBox="1"/>
            <p:nvPr/>
          </p:nvSpPr>
          <p:spPr>
            <a:xfrm>
              <a:off x="6140769" y="2008122"/>
              <a:ext cx="5498400" cy="28869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lvl="0"/>
              <a:r>
                <a:rPr lang="en-US" sz="2200" dirty="0" err="1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Explorar</a:t>
              </a:r>
              <a:r>
                <a:rPr lang="en-US" sz="2200" dirty="0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 </a:t>
              </a:r>
              <a:r>
                <a:rPr lang="en-US" sz="2200" dirty="0" err="1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cómo</a:t>
              </a:r>
              <a:r>
                <a:rPr lang="en-US" sz="2200" dirty="0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 </a:t>
              </a:r>
              <a:r>
                <a:rPr lang="en-US" sz="2200" dirty="0" err="1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los</a:t>
              </a:r>
              <a:r>
                <a:rPr lang="en-US" sz="2200" dirty="0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 </a:t>
              </a:r>
              <a:r>
                <a:rPr lang="en-US" sz="2200" dirty="0" err="1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usuarios</a:t>
              </a:r>
              <a:r>
                <a:rPr lang="en-US" sz="2200" dirty="0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 </a:t>
              </a:r>
              <a:r>
                <a:rPr lang="en-US" sz="2200" dirty="0" err="1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gestionan</a:t>
              </a:r>
              <a:r>
                <a:rPr lang="en-US" sz="2200" dirty="0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 </a:t>
              </a:r>
              <a:r>
                <a:rPr lang="en-US" sz="2200" dirty="0" err="1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su</a:t>
              </a:r>
              <a:r>
                <a:rPr lang="en-US" sz="2200" dirty="0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 </a:t>
              </a:r>
              <a:r>
                <a:rPr lang="en-US" sz="2200" dirty="0" err="1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movilidad</a:t>
              </a:r>
              <a:r>
                <a:rPr lang="en-US" sz="2200" dirty="0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 </a:t>
              </a:r>
              <a:r>
                <a:rPr lang="en-US" sz="2200" dirty="0" err="1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según</a:t>
              </a:r>
              <a:r>
                <a:rPr lang="en-US" sz="2200" dirty="0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 </a:t>
              </a:r>
              <a:r>
                <a:rPr lang="en-US" sz="2200" dirty="0" err="1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diferentes</a:t>
              </a:r>
              <a:r>
                <a:rPr lang="en-US" sz="2200" dirty="0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 </a:t>
              </a:r>
              <a:r>
                <a:rPr lang="en-US" sz="2200" dirty="0" err="1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intersecciones</a:t>
              </a:r>
              <a:r>
                <a:rPr lang="en-US" sz="2200" dirty="0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:</a:t>
              </a:r>
            </a:p>
            <a:p>
              <a:pPr lvl="0"/>
              <a:endParaRPr lang="en-US" sz="22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Patrones de </a:t>
              </a:r>
              <a:r>
                <a:rPr lang="en-US" sz="2200" dirty="0" err="1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movilidad</a:t>
              </a:r>
              <a:endParaRPr lang="en-US" sz="22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200" dirty="0" err="1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Razones</a:t>
              </a:r>
              <a:r>
                <a:rPr lang="en-US" sz="2200" dirty="0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 y </a:t>
              </a:r>
              <a:r>
                <a:rPr lang="en-US" sz="2200" dirty="0" err="1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motivos</a:t>
              </a:r>
              <a:r>
                <a:rPr lang="en-US" sz="2200" dirty="0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 de </a:t>
              </a:r>
              <a:r>
                <a:rPr lang="en-US" sz="2200" dirty="0" err="1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uso</a:t>
              </a:r>
              <a:r>
                <a:rPr lang="en-US" sz="2200" dirty="0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200" dirty="0" err="1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Obstáculos-desafíos</a:t>
              </a:r>
              <a:endParaRPr lang="en-US" sz="22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200" dirty="0" err="1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Deseos-preferencias</a:t>
              </a:r>
              <a:endParaRPr lang="en-US" sz="22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200" dirty="0" err="1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Consciencia</a:t>
              </a:r>
              <a:r>
                <a:rPr lang="en-US" sz="2200" dirty="0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 </a:t>
              </a:r>
              <a:r>
                <a:rPr lang="en-US" sz="2200" dirty="0" err="1"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ambiental</a:t>
              </a:r>
              <a:endParaRPr lang="en-US" sz="22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</p:txBody>
        </p:sp>
        <p:pic>
          <p:nvPicPr>
            <p:cNvPr id="7" name="Imagen 3">
              <a:extLst>
                <a:ext uri="{FF2B5EF4-FFF2-40B4-BE49-F238E27FC236}">
                  <a16:creationId xmlns:a16="http://schemas.microsoft.com/office/drawing/2014/main" id="{2691533A-8208-94CE-1E5F-00E1D2229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3770" y="1546498"/>
              <a:ext cx="5103137" cy="3282806"/>
            </a:xfrm>
            <a:prstGeom prst="roundRect">
              <a:avLst>
                <a:gd name="adj" fmla="val 16667"/>
              </a:avLst>
            </a:prstGeom>
            <a:ln w="76200">
              <a:solidFill>
                <a:srgbClr val="DFD128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3423168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805BE-C450-C6A8-38F8-E7B1DA044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6E893EA-AEB1-150D-F779-70C7C3A869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Google Shape;106;p15">
            <a:extLst>
              <a:ext uri="{FF2B5EF4-FFF2-40B4-BE49-F238E27FC236}">
                <a16:creationId xmlns:a16="http://schemas.microsoft.com/office/drawing/2014/main" id="{87D12DE6-9CB5-B6C5-3B8E-5E8096766992}"/>
              </a:ext>
            </a:extLst>
          </p:cNvPr>
          <p:cNvSpPr txBox="1"/>
          <p:nvPr/>
        </p:nvSpPr>
        <p:spPr>
          <a:xfrm>
            <a:off x="180800" y="968291"/>
            <a:ext cx="1183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4800" b="1">
                <a:solidFill>
                  <a:srgbClr val="78458B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s-419" sz="2800" dirty="0">
                <a:solidFill>
                  <a:srgbClr val="55257D"/>
                </a:solidFill>
                <a:sym typeface="Calibri"/>
              </a:rPr>
              <a:t>5 Grupos Focales en cada ciudad</a:t>
            </a:r>
            <a:endParaRPr sz="2800" dirty="0">
              <a:solidFill>
                <a:srgbClr val="55257D"/>
              </a:solidFill>
            </a:endParaRP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BEAB395B-0B0E-BEC8-D598-C5E5A0832A54}"/>
              </a:ext>
            </a:extLst>
          </p:cNvPr>
          <p:cNvSpPr/>
          <p:nvPr/>
        </p:nvSpPr>
        <p:spPr>
          <a:xfrm>
            <a:off x="451554" y="1710603"/>
            <a:ext cx="3503689" cy="3436793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76200">
            <a:solidFill>
              <a:srgbClr val="DFD1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BA9DAA6F-F5CF-C420-37D6-4240F7BA6FBB}"/>
              </a:ext>
            </a:extLst>
          </p:cNvPr>
          <p:cNvSpPr/>
          <p:nvPr/>
        </p:nvSpPr>
        <p:spPr>
          <a:xfrm>
            <a:off x="4309659" y="1710602"/>
            <a:ext cx="3503689" cy="3436793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 w="76200">
            <a:solidFill>
              <a:srgbClr val="DFD1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639F38B8-F669-5980-1FC9-16C8BBC19600}"/>
              </a:ext>
            </a:extLst>
          </p:cNvPr>
          <p:cNvSpPr/>
          <p:nvPr/>
        </p:nvSpPr>
        <p:spPr>
          <a:xfrm>
            <a:off x="8143181" y="1710602"/>
            <a:ext cx="3503689" cy="3436793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 w="76200">
            <a:solidFill>
              <a:srgbClr val="DFD1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22425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865B5-941B-D25D-9483-984511D8E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6D542FC-172B-8B3B-428A-9573D1DBBB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B5D6E4C-5FC8-4DD5-BFD3-DA131685E76B}"/>
              </a:ext>
            </a:extLst>
          </p:cNvPr>
          <p:cNvSpPr txBox="1"/>
          <p:nvPr/>
        </p:nvSpPr>
        <p:spPr>
          <a:xfrm>
            <a:off x="1061884" y="2109019"/>
            <a:ext cx="1088431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200" dirty="0" err="1"/>
              <a:t>Análisis</a:t>
            </a:r>
            <a:r>
              <a:rPr lang="en-US" sz="3200" dirty="0"/>
              <a:t> de </a:t>
            </a:r>
            <a:r>
              <a:rPr lang="en-US" sz="3200" dirty="0" err="1"/>
              <a:t>datos</a:t>
            </a:r>
            <a:r>
              <a:rPr lang="en-US" sz="3200" dirty="0"/>
              <a:t> </a:t>
            </a:r>
            <a:r>
              <a:rPr lang="en-US" sz="3200" dirty="0" err="1"/>
              <a:t>cualitativos</a:t>
            </a:r>
            <a:r>
              <a:rPr lang="en-US" sz="3200" dirty="0"/>
              <a:t> y </a:t>
            </a:r>
            <a:r>
              <a:rPr lang="en-US" sz="3200" dirty="0" err="1"/>
              <a:t>cuantitativos</a:t>
            </a:r>
            <a:r>
              <a:rPr lang="en-US" sz="3200" dirty="0"/>
              <a:t> – </a:t>
            </a:r>
            <a:r>
              <a:rPr lang="en-US" sz="3200" dirty="0" err="1"/>
              <a:t>Triangulación</a:t>
            </a:r>
            <a:endParaRPr lang="en-US" sz="3200" dirty="0"/>
          </a:p>
          <a:p>
            <a:pPr marL="457200" indent="-457200">
              <a:buFontTx/>
              <a:buChar char="-"/>
            </a:pPr>
            <a:endParaRPr lang="en-US" sz="3200" dirty="0"/>
          </a:p>
          <a:p>
            <a:pPr marL="457200" indent="-457200">
              <a:buFontTx/>
              <a:buChar char="-"/>
            </a:pPr>
            <a:r>
              <a:rPr lang="en-US" sz="3200" dirty="0" err="1"/>
              <a:t>Estandarización</a:t>
            </a:r>
            <a:r>
              <a:rPr lang="en-US" sz="3200" dirty="0"/>
              <a:t> de </a:t>
            </a:r>
            <a:r>
              <a:rPr lang="en-US" sz="3200" dirty="0" err="1"/>
              <a:t>reporte</a:t>
            </a:r>
            <a:r>
              <a:rPr lang="en-US" sz="3200" dirty="0"/>
              <a:t> de </a:t>
            </a:r>
            <a:r>
              <a:rPr lang="en-US" sz="3200" dirty="0" err="1"/>
              <a:t>resultados</a:t>
            </a:r>
            <a:endParaRPr lang="en-US" sz="3200" dirty="0"/>
          </a:p>
          <a:p>
            <a:endParaRPr lang="en-US" sz="3200" dirty="0"/>
          </a:p>
          <a:p>
            <a:pPr marL="457200" indent="-457200">
              <a:buFontTx/>
              <a:buChar char="-"/>
            </a:pPr>
            <a:r>
              <a:rPr lang="en-US" sz="3200" dirty="0" err="1"/>
              <a:t>Socialización</a:t>
            </a:r>
            <a:r>
              <a:rPr lang="en-US" sz="3200" dirty="0"/>
              <a:t> de </a:t>
            </a:r>
            <a:r>
              <a:rPr lang="en-US" sz="3200" dirty="0" err="1"/>
              <a:t>resultados</a:t>
            </a:r>
            <a:endParaRPr lang="en-US" sz="3200" dirty="0"/>
          </a:p>
        </p:txBody>
      </p:sp>
      <p:sp>
        <p:nvSpPr>
          <p:cNvPr id="4" name="Google Shape;62;p14">
            <a:extLst>
              <a:ext uri="{FF2B5EF4-FFF2-40B4-BE49-F238E27FC236}">
                <a16:creationId xmlns:a16="http://schemas.microsoft.com/office/drawing/2014/main" id="{8B26FE31-7322-44E3-91D7-B4A4E4BBD364}"/>
              </a:ext>
            </a:extLst>
          </p:cNvPr>
          <p:cNvSpPr txBox="1"/>
          <p:nvPr/>
        </p:nvSpPr>
        <p:spPr>
          <a:xfrm>
            <a:off x="3173070" y="1075776"/>
            <a:ext cx="5845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4800" b="1">
                <a:solidFill>
                  <a:srgbClr val="78458B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4000" dirty="0" err="1"/>
              <a:t>Siguiente</a:t>
            </a:r>
            <a:r>
              <a:rPr lang="en-US" sz="4000" dirty="0"/>
              <a:t> </a:t>
            </a:r>
            <a:r>
              <a:rPr lang="en-US" sz="4000" dirty="0" err="1"/>
              <a:t>fase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7428577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FF3B4F8-658D-7B71-411F-4DD85F4CC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F1CA1D3-412B-B511-7FFE-B512CDB1C0FC}"/>
              </a:ext>
            </a:extLst>
          </p:cNvPr>
          <p:cNvSpPr txBox="1"/>
          <p:nvPr/>
        </p:nvSpPr>
        <p:spPr>
          <a:xfrm>
            <a:off x="1274977" y="2152930"/>
            <a:ext cx="50194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600" b="1" dirty="0">
                <a:solidFill>
                  <a:srgbClr val="55257D"/>
                </a:solidFill>
              </a:rPr>
              <a:t>¡Gracias!</a:t>
            </a:r>
          </a:p>
        </p:txBody>
      </p:sp>
    </p:spTree>
    <p:extLst>
      <p:ext uri="{BB962C8B-B14F-4D97-AF65-F5344CB8AC3E}">
        <p14:creationId xmlns:p14="http://schemas.microsoft.com/office/powerpoint/2010/main" val="26500229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8308</TotalTime>
  <Words>1150</Words>
  <Application>Microsoft Office PowerPoint</Application>
  <PresentationFormat>Panorámica</PresentationFormat>
  <Paragraphs>311</Paragraphs>
  <Slides>29</Slides>
  <Notes>3</Notes>
  <HiddenSlides>1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5" baseType="lpstr">
      <vt:lpstr>Aptos</vt:lpstr>
      <vt:lpstr>Arial</vt:lpstr>
      <vt:lpstr>Calibri</vt:lpstr>
      <vt:lpstr>Calibri Light</vt:lpstr>
      <vt:lpstr>Helvetica Neue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Kathleen Georjahna Salazar Serna</cp:lastModifiedBy>
  <cp:revision>109</cp:revision>
  <dcterms:created xsi:type="dcterms:W3CDTF">2023-06-29T21:20:06Z</dcterms:created>
  <dcterms:modified xsi:type="dcterms:W3CDTF">2025-11-02T16:06:19Z</dcterms:modified>
</cp:coreProperties>
</file>